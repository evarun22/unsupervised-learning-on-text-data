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38.png"/><Relationship Id="rId7" Type="http://schemas.openxmlformats.org/officeDocument/2006/relationships/image" Target="../media/image1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72.svg"/><Relationship Id="rId1" Type="http://schemas.openxmlformats.org/officeDocument/2006/relationships/image" Target="../media/image71.png"/><Relationship Id="rId6" Type="http://schemas.openxmlformats.org/officeDocument/2006/relationships/image" Target="../media/image74.svg"/><Relationship Id="rId5" Type="http://schemas.openxmlformats.org/officeDocument/2006/relationships/image" Target="../media/image73.png"/><Relationship Id="rId4" Type="http://schemas.openxmlformats.org/officeDocument/2006/relationships/image" Target="../media/image3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38.png"/><Relationship Id="rId7" Type="http://schemas.openxmlformats.org/officeDocument/2006/relationships/image" Target="../media/image1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72.svg"/><Relationship Id="rId1" Type="http://schemas.openxmlformats.org/officeDocument/2006/relationships/image" Target="../media/image71.png"/><Relationship Id="rId6" Type="http://schemas.openxmlformats.org/officeDocument/2006/relationships/image" Target="../media/image74.svg"/><Relationship Id="rId5" Type="http://schemas.openxmlformats.org/officeDocument/2006/relationships/image" Target="../media/image73.png"/><Relationship Id="rId4" Type="http://schemas.openxmlformats.org/officeDocument/2006/relationships/image" Target="../media/image3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C35603-4C40-43BA-A75B-037E6239B08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AECA8ECC-C47F-4F32-8E37-2A50FD13309B}">
      <dgm:prSet/>
      <dgm:spPr/>
      <dgm:t>
        <a:bodyPr/>
        <a:lstStyle/>
        <a:p>
          <a:r>
            <a:rPr lang="en-IN"/>
            <a:t>People have a preference to story types while choosing movies</a:t>
          </a:r>
          <a:endParaRPr lang="en-US"/>
        </a:p>
      </dgm:t>
    </dgm:pt>
    <dgm:pt modelId="{5F9E8C94-36CF-48D6-B326-A7E7640C2F72}" type="parTrans" cxnId="{FC99A6CE-B33D-4511-A653-4C5A6021D9FE}">
      <dgm:prSet/>
      <dgm:spPr/>
      <dgm:t>
        <a:bodyPr/>
        <a:lstStyle/>
        <a:p>
          <a:endParaRPr lang="en-US"/>
        </a:p>
      </dgm:t>
    </dgm:pt>
    <dgm:pt modelId="{F7730BB2-AA09-4365-B589-4A986560119E}" type="sibTrans" cxnId="{FC99A6CE-B33D-4511-A653-4C5A6021D9FE}">
      <dgm:prSet/>
      <dgm:spPr/>
      <dgm:t>
        <a:bodyPr/>
        <a:lstStyle/>
        <a:p>
          <a:endParaRPr lang="en-US"/>
        </a:p>
      </dgm:t>
    </dgm:pt>
    <dgm:pt modelId="{A6F94C92-40A7-4ABE-825B-2A618B122A02}">
      <dgm:prSet/>
      <dgm:spPr/>
      <dgm:t>
        <a:bodyPr/>
        <a:lstStyle/>
        <a:p>
          <a:r>
            <a:rPr lang="en-IN"/>
            <a:t>This could be something they are unaware of</a:t>
          </a:r>
          <a:endParaRPr lang="en-US"/>
        </a:p>
      </dgm:t>
    </dgm:pt>
    <dgm:pt modelId="{B917EC49-8BA2-41E8-9261-3E284F5559F4}" type="parTrans" cxnId="{428D5BDB-C976-49F0-BB55-ECD11B0FE85F}">
      <dgm:prSet/>
      <dgm:spPr/>
      <dgm:t>
        <a:bodyPr/>
        <a:lstStyle/>
        <a:p>
          <a:endParaRPr lang="en-US"/>
        </a:p>
      </dgm:t>
    </dgm:pt>
    <dgm:pt modelId="{CD920D30-1075-475E-B693-D85B15806721}" type="sibTrans" cxnId="{428D5BDB-C976-49F0-BB55-ECD11B0FE85F}">
      <dgm:prSet/>
      <dgm:spPr/>
      <dgm:t>
        <a:bodyPr/>
        <a:lstStyle/>
        <a:p>
          <a:endParaRPr lang="en-US"/>
        </a:p>
      </dgm:t>
    </dgm:pt>
    <dgm:pt modelId="{8292663E-CC29-4F76-80EF-D8DF06728842}">
      <dgm:prSet/>
      <dgm:spPr/>
      <dgm:t>
        <a:bodyPr/>
        <a:lstStyle/>
        <a:p>
          <a:r>
            <a:rPr lang="en-IN"/>
            <a:t>Create clusters of movies with similar storyline or setting</a:t>
          </a:r>
          <a:endParaRPr lang="en-US"/>
        </a:p>
      </dgm:t>
    </dgm:pt>
    <dgm:pt modelId="{48A71A5B-175F-4170-864A-B97189D87898}" type="parTrans" cxnId="{54DDCD43-6FA8-4775-A20C-5EBC22997805}">
      <dgm:prSet/>
      <dgm:spPr/>
      <dgm:t>
        <a:bodyPr/>
        <a:lstStyle/>
        <a:p>
          <a:endParaRPr lang="en-US"/>
        </a:p>
      </dgm:t>
    </dgm:pt>
    <dgm:pt modelId="{136126D9-A7A8-4509-8B99-1F8C6AC8BFC0}" type="sibTrans" cxnId="{54DDCD43-6FA8-4775-A20C-5EBC22997805}">
      <dgm:prSet/>
      <dgm:spPr/>
      <dgm:t>
        <a:bodyPr/>
        <a:lstStyle/>
        <a:p>
          <a:endParaRPr lang="en-US"/>
        </a:p>
      </dgm:t>
    </dgm:pt>
    <dgm:pt modelId="{D5CF0853-7FA6-4333-AE0A-C98CA646CA07}">
      <dgm:prSet/>
      <dgm:spPr/>
      <dgm:t>
        <a:bodyPr/>
        <a:lstStyle/>
        <a:p>
          <a:r>
            <a:rPr lang="en-IN"/>
            <a:t>Use those clusters to enhance recommender systems</a:t>
          </a:r>
          <a:endParaRPr lang="en-US"/>
        </a:p>
      </dgm:t>
    </dgm:pt>
    <dgm:pt modelId="{7810CA35-EB8B-4CF4-9F1B-D2DCED9DE0EB}" type="parTrans" cxnId="{D0586781-39F9-435A-9DEA-D867B981756F}">
      <dgm:prSet/>
      <dgm:spPr/>
      <dgm:t>
        <a:bodyPr/>
        <a:lstStyle/>
        <a:p>
          <a:endParaRPr lang="en-US"/>
        </a:p>
      </dgm:t>
    </dgm:pt>
    <dgm:pt modelId="{594C0CB8-6BB3-4CDD-B84E-B6C7098852B9}" type="sibTrans" cxnId="{D0586781-39F9-435A-9DEA-D867B981756F}">
      <dgm:prSet/>
      <dgm:spPr/>
      <dgm:t>
        <a:bodyPr/>
        <a:lstStyle/>
        <a:p>
          <a:endParaRPr lang="en-US"/>
        </a:p>
      </dgm:t>
    </dgm:pt>
    <dgm:pt modelId="{9E33C946-325D-4404-A9F6-076D1A292A07}">
      <dgm:prSet/>
      <dgm:spPr/>
      <dgm:t>
        <a:bodyPr/>
        <a:lstStyle/>
        <a:p>
          <a:r>
            <a:rPr lang="en-IN"/>
            <a:t>Genre and Rating also help in recommendations</a:t>
          </a:r>
          <a:endParaRPr lang="en-US"/>
        </a:p>
      </dgm:t>
    </dgm:pt>
    <dgm:pt modelId="{F3B67E46-9214-479D-B1AE-9E7A141D5725}" type="parTrans" cxnId="{EBFF5EC5-C3EA-4610-B87B-3F46A7DC720D}">
      <dgm:prSet/>
      <dgm:spPr/>
      <dgm:t>
        <a:bodyPr/>
        <a:lstStyle/>
        <a:p>
          <a:endParaRPr lang="en-US"/>
        </a:p>
      </dgm:t>
    </dgm:pt>
    <dgm:pt modelId="{D0CB3AF1-F714-4DC8-8C90-B4E7CBD9A055}" type="sibTrans" cxnId="{EBFF5EC5-C3EA-4610-B87B-3F46A7DC720D}">
      <dgm:prSet/>
      <dgm:spPr/>
      <dgm:t>
        <a:bodyPr/>
        <a:lstStyle/>
        <a:p>
          <a:endParaRPr lang="en-US"/>
        </a:p>
      </dgm:t>
    </dgm:pt>
    <dgm:pt modelId="{D17F0015-1DED-4315-A847-755D93FAFEFF}" type="pres">
      <dgm:prSet presAssocID="{CDC35603-4C40-43BA-A75B-037E6239B087}" presName="root" presStyleCnt="0">
        <dgm:presLayoutVars>
          <dgm:dir/>
          <dgm:resizeHandles val="exact"/>
        </dgm:presLayoutVars>
      </dgm:prSet>
      <dgm:spPr/>
    </dgm:pt>
    <dgm:pt modelId="{6106EAF2-8E37-4BCB-8C4D-D2A247630AC7}" type="pres">
      <dgm:prSet presAssocID="{AECA8ECC-C47F-4F32-8E37-2A50FD13309B}" presName="compNode" presStyleCnt="0"/>
      <dgm:spPr/>
    </dgm:pt>
    <dgm:pt modelId="{E9207ABA-F0D8-4CDC-B80B-8F4E83C01C53}" type="pres">
      <dgm:prSet presAssocID="{AECA8ECC-C47F-4F32-8E37-2A50FD13309B}" presName="bgRect" presStyleLbl="bgShp" presStyleIdx="0" presStyleCnt="5"/>
      <dgm:spPr/>
    </dgm:pt>
    <dgm:pt modelId="{AD3BFD30-F702-4DFA-B3A0-90E9E493E2F9}" type="pres">
      <dgm:prSet presAssocID="{AECA8ECC-C47F-4F32-8E37-2A50FD13309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3CCED9A8-C7EC-4FDD-B02B-0F2FD0C0C355}" type="pres">
      <dgm:prSet presAssocID="{AECA8ECC-C47F-4F32-8E37-2A50FD13309B}" presName="spaceRect" presStyleCnt="0"/>
      <dgm:spPr/>
    </dgm:pt>
    <dgm:pt modelId="{034CE213-3528-4055-9105-35C85F0F0165}" type="pres">
      <dgm:prSet presAssocID="{AECA8ECC-C47F-4F32-8E37-2A50FD13309B}" presName="parTx" presStyleLbl="revTx" presStyleIdx="0" presStyleCnt="5">
        <dgm:presLayoutVars>
          <dgm:chMax val="0"/>
          <dgm:chPref val="0"/>
        </dgm:presLayoutVars>
      </dgm:prSet>
      <dgm:spPr/>
    </dgm:pt>
    <dgm:pt modelId="{8E5786D1-1471-47E5-ACF2-A2682E0B95F3}" type="pres">
      <dgm:prSet presAssocID="{F7730BB2-AA09-4365-B589-4A986560119E}" presName="sibTrans" presStyleCnt="0"/>
      <dgm:spPr/>
    </dgm:pt>
    <dgm:pt modelId="{41A00619-866B-4727-8FF7-2CCE398CBABF}" type="pres">
      <dgm:prSet presAssocID="{A6F94C92-40A7-4ABE-825B-2A618B122A02}" presName="compNode" presStyleCnt="0"/>
      <dgm:spPr/>
    </dgm:pt>
    <dgm:pt modelId="{C3DB3139-B6F7-49CC-87FA-D38DD0100D65}" type="pres">
      <dgm:prSet presAssocID="{A6F94C92-40A7-4ABE-825B-2A618B122A02}" presName="bgRect" presStyleLbl="bgShp" presStyleIdx="1" presStyleCnt="5"/>
      <dgm:spPr/>
    </dgm:pt>
    <dgm:pt modelId="{D193B4F9-3C93-4AA2-B5B3-8934E650F1AA}" type="pres">
      <dgm:prSet presAssocID="{A6F94C92-40A7-4ABE-825B-2A618B122A0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D6B90DD7-E6BA-4722-AEB0-C25B5A3F61E8}" type="pres">
      <dgm:prSet presAssocID="{A6F94C92-40A7-4ABE-825B-2A618B122A02}" presName="spaceRect" presStyleCnt="0"/>
      <dgm:spPr/>
    </dgm:pt>
    <dgm:pt modelId="{6F8C380C-B755-4126-B7DB-8E3C3E1C7BE7}" type="pres">
      <dgm:prSet presAssocID="{A6F94C92-40A7-4ABE-825B-2A618B122A02}" presName="parTx" presStyleLbl="revTx" presStyleIdx="1" presStyleCnt="5">
        <dgm:presLayoutVars>
          <dgm:chMax val="0"/>
          <dgm:chPref val="0"/>
        </dgm:presLayoutVars>
      </dgm:prSet>
      <dgm:spPr/>
    </dgm:pt>
    <dgm:pt modelId="{F3D448A0-610A-4EBB-8232-B263B43922BD}" type="pres">
      <dgm:prSet presAssocID="{CD920D30-1075-475E-B693-D85B15806721}" presName="sibTrans" presStyleCnt="0"/>
      <dgm:spPr/>
    </dgm:pt>
    <dgm:pt modelId="{9C8C8FCF-D1C7-43DE-82D8-3A48A5EC6BBC}" type="pres">
      <dgm:prSet presAssocID="{8292663E-CC29-4F76-80EF-D8DF06728842}" presName="compNode" presStyleCnt="0"/>
      <dgm:spPr/>
    </dgm:pt>
    <dgm:pt modelId="{91AEEA61-921C-4911-A9CE-8717B15B4E5E}" type="pres">
      <dgm:prSet presAssocID="{8292663E-CC29-4F76-80EF-D8DF06728842}" presName="bgRect" presStyleLbl="bgShp" presStyleIdx="2" presStyleCnt="5"/>
      <dgm:spPr/>
    </dgm:pt>
    <dgm:pt modelId="{B6D9B1D7-BF98-4C70-A3E3-2F9B8F67B962}" type="pres">
      <dgm:prSet presAssocID="{8292663E-CC29-4F76-80EF-D8DF0672884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ma"/>
        </a:ext>
      </dgm:extLst>
    </dgm:pt>
    <dgm:pt modelId="{3BE9AB96-719C-450D-AC5D-53DA52AB2BE1}" type="pres">
      <dgm:prSet presAssocID="{8292663E-CC29-4F76-80EF-D8DF06728842}" presName="spaceRect" presStyleCnt="0"/>
      <dgm:spPr/>
    </dgm:pt>
    <dgm:pt modelId="{DF66438E-D6A9-4C90-A84B-2D5ABA0161EF}" type="pres">
      <dgm:prSet presAssocID="{8292663E-CC29-4F76-80EF-D8DF06728842}" presName="parTx" presStyleLbl="revTx" presStyleIdx="2" presStyleCnt="5">
        <dgm:presLayoutVars>
          <dgm:chMax val="0"/>
          <dgm:chPref val="0"/>
        </dgm:presLayoutVars>
      </dgm:prSet>
      <dgm:spPr/>
    </dgm:pt>
    <dgm:pt modelId="{66ADEFFC-D9F0-44FB-BDB6-208CCB969321}" type="pres">
      <dgm:prSet presAssocID="{136126D9-A7A8-4509-8B99-1F8C6AC8BFC0}" presName="sibTrans" presStyleCnt="0"/>
      <dgm:spPr/>
    </dgm:pt>
    <dgm:pt modelId="{8148263C-A229-454B-AB47-3EA204C9DAE6}" type="pres">
      <dgm:prSet presAssocID="{D5CF0853-7FA6-4333-AE0A-C98CA646CA07}" presName="compNode" presStyleCnt="0"/>
      <dgm:spPr/>
    </dgm:pt>
    <dgm:pt modelId="{E9231F5F-52EF-4F34-B9BC-650F952D3B82}" type="pres">
      <dgm:prSet presAssocID="{D5CF0853-7FA6-4333-AE0A-C98CA646CA07}" presName="bgRect" presStyleLbl="bgShp" presStyleIdx="3" presStyleCnt="5"/>
      <dgm:spPr/>
    </dgm:pt>
    <dgm:pt modelId="{AFF56861-6BF2-45DE-9F46-E3E05982FFAD}" type="pres">
      <dgm:prSet presAssocID="{D5CF0853-7FA6-4333-AE0A-C98CA646CA0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918CC3B9-1036-4E18-8535-D72A859AA04C}" type="pres">
      <dgm:prSet presAssocID="{D5CF0853-7FA6-4333-AE0A-C98CA646CA07}" presName="spaceRect" presStyleCnt="0"/>
      <dgm:spPr/>
    </dgm:pt>
    <dgm:pt modelId="{630C3C09-4688-4EB4-9B99-F885C076A81A}" type="pres">
      <dgm:prSet presAssocID="{D5CF0853-7FA6-4333-AE0A-C98CA646CA07}" presName="parTx" presStyleLbl="revTx" presStyleIdx="3" presStyleCnt="5">
        <dgm:presLayoutVars>
          <dgm:chMax val="0"/>
          <dgm:chPref val="0"/>
        </dgm:presLayoutVars>
      </dgm:prSet>
      <dgm:spPr/>
    </dgm:pt>
    <dgm:pt modelId="{C25536F4-058E-490F-9D42-CF5AEDC510CC}" type="pres">
      <dgm:prSet presAssocID="{594C0CB8-6BB3-4CDD-B84E-B6C7098852B9}" presName="sibTrans" presStyleCnt="0"/>
      <dgm:spPr/>
    </dgm:pt>
    <dgm:pt modelId="{FE788766-786B-4455-96B5-93554D97DD06}" type="pres">
      <dgm:prSet presAssocID="{9E33C946-325D-4404-A9F6-076D1A292A07}" presName="compNode" presStyleCnt="0"/>
      <dgm:spPr/>
    </dgm:pt>
    <dgm:pt modelId="{483DFD9A-29D5-4C75-93E7-63C406AFA5FE}" type="pres">
      <dgm:prSet presAssocID="{9E33C946-325D-4404-A9F6-076D1A292A07}" presName="bgRect" presStyleLbl="bgShp" presStyleIdx="4" presStyleCnt="5"/>
      <dgm:spPr/>
    </dgm:pt>
    <dgm:pt modelId="{D64A1FBD-8F29-49D4-9D3C-2B0E5AF18025}" type="pres">
      <dgm:prSet presAssocID="{9E33C946-325D-4404-A9F6-076D1A292A0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sic"/>
        </a:ext>
      </dgm:extLst>
    </dgm:pt>
    <dgm:pt modelId="{15BBED34-76F5-431C-913C-BA023ECAD8B1}" type="pres">
      <dgm:prSet presAssocID="{9E33C946-325D-4404-A9F6-076D1A292A07}" presName="spaceRect" presStyleCnt="0"/>
      <dgm:spPr/>
    </dgm:pt>
    <dgm:pt modelId="{6D83D693-0789-4B64-91F4-207426422506}" type="pres">
      <dgm:prSet presAssocID="{9E33C946-325D-4404-A9F6-076D1A292A0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DA280129-10E2-413D-AD09-6C6B88B39641}" type="presOf" srcId="{A6F94C92-40A7-4ABE-825B-2A618B122A02}" destId="{6F8C380C-B755-4126-B7DB-8E3C3E1C7BE7}" srcOrd="0" destOrd="0" presId="urn:microsoft.com/office/officeart/2018/2/layout/IconVerticalSolidList"/>
    <dgm:cxn modelId="{54DDCD43-6FA8-4775-A20C-5EBC22997805}" srcId="{CDC35603-4C40-43BA-A75B-037E6239B087}" destId="{8292663E-CC29-4F76-80EF-D8DF06728842}" srcOrd="2" destOrd="0" parTransId="{48A71A5B-175F-4170-864A-B97189D87898}" sibTransId="{136126D9-A7A8-4509-8B99-1F8C6AC8BFC0}"/>
    <dgm:cxn modelId="{504CC06C-CACB-432C-A30E-8BDDB1136E8E}" type="presOf" srcId="{D5CF0853-7FA6-4333-AE0A-C98CA646CA07}" destId="{630C3C09-4688-4EB4-9B99-F885C076A81A}" srcOrd="0" destOrd="0" presId="urn:microsoft.com/office/officeart/2018/2/layout/IconVerticalSolidList"/>
    <dgm:cxn modelId="{9DD39A4F-47C6-4DC0-9EA6-33DFDA255899}" type="presOf" srcId="{9E33C946-325D-4404-A9F6-076D1A292A07}" destId="{6D83D693-0789-4B64-91F4-207426422506}" srcOrd="0" destOrd="0" presId="urn:microsoft.com/office/officeart/2018/2/layout/IconVerticalSolidList"/>
    <dgm:cxn modelId="{D0586781-39F9-435A-9DEA-D867B981756F}" srcId="{CDC35603-4C40-43BA-A75B-037E6239B087}" destId="{D5CF0853-7FA6-4333-AE0A-C98CA646CA07}" srcOrd="3" destOrd="0" parTransId="{7810CA35-EB8B-4CF4-9F1B-D2DCED9DE0EB}" sibTransId="{594C0CB8-6BB3-4CDD-B84E-B6C7098852B9}"/>
    <dgm:cxn modelId="{E6171093-4609-41D4-B055-3B2B5BD031DE}" type="presOf" srcId="{8292663E-CC29-4F76-80EF-D8DF06728842}" destId="{DF66438E-D6A9-4C90-A84B-2D5ABA0161EF}" srcOrd="0" destOrd="0" presId="urn:microsoft.com/office/officeart/2018/2/layout/IconVerticalSolidList"/>
    <dgm:cxn modelId="{257E739F-CC01-45C1-984F-FC73515DD0BF}" type="presOf" srcId="{CDC35603-4C40-43BA-A75B-037E6239B087}" destId="{D17F0015-1DED-4315-A847-755D93FAFEFF}" srcOrd="0" destOrd="0" presId="urn:microsoft.com/office/officeart/2018/2/layout/IconVerticalSolidList"/>
    <dgm:cxn modelId="{1CBAE5BE-354D-40BE-9AFA-2EDA1AC472CB}" type="presOf" srcId="{AECA8ECC-C47F-4F32-8E37-2A50FD13309B}" destId="{034CE213-3528-4055-9105-35C85F0F0165}" srcOrd="0" destOrd="0" presId="urn:microsoft.com/office/officeart/2018/2/layout/IconVerticalSolidList"/>
    <dgm:cxn modelId="{EBFF5EC5-C3EA-4610-B87B-3F46A7DC720D}" srcId="{CDC35603-4C40-43BA-A75B-037E6239B087}" destId="{9E33C946-325D-4404-A9F6-076D1A292A07}" srcOrd="4" destOrd="0" parTransId="{F3B67E46-9214-479D-B1AE-9E7A141D5725}" sibTransId="{D0CB3AF1-F714-4DC8-8C90-B4E7CBD9A055}"/>
    <dgm:cxn modelId="{FC99A6CE-B33D-4511-A653-4C5A6021D9FE}" srcId="{CDC35603-4C40-43BA-A75B-037E6239B087}" destId="{AECA8ECC-C47F-4F32-8E37-2A50FD13309B}" srcOrd="0" destOrd="0" parTransId="{5F9E8C94-36CF-48D6-B326-A7E7640C2F72}" sibTransId="{F7730BB2-AA09-4365-B589-4A986560119E}"/>
    <dgm:cxn modelId="{428D5BDB-C976-49F0-BB55-ECD11B0FE85F}" srcId="{CDC35603-4C40-43BA-A75B-037E6239B087}" destId="{A6F94C92-40A7-4ABE-825B-2A618B122A02}" srcOrd="1" destOrd="0" parTransId="{B917EC49-8BA2-41E8-9261-3E284F5559F4}" sibTransId="{CD920D30-1075-475E-B693-D85B15806721}"/>
    <dgm:cxn modelId="{7B5A55E0-6A1C-4F53-88C0-74140F008F9C}" type="presParOf" srcId="{D17F0015-1DED-4315-A847-755D93FAFEFF}" destId="{6106EAF2-8E37-4BCB-8C4D-D2A247630AC7}" srcOrd="0" destOrd="0" presId="urn:microsoft.com/office/officeart/2018/2/layout/IconVerticalSolidList"/>
    <dgm:cxn modelId="{6F5D1CD2-0241-415B-AFFB-4896B8BC451D}" type="presParOf" srcId="{6106EAF2-8E37-4BCB-8C4D-D2A247630AC7}" destId="{E9207ABA-F0D8-4CDC-B80B-8F4E83C01C53}" srcOrd="0" destOrd="0" presId="urn:microsoft.com/office/officeart/2018/2/layout/IconVerticalSolidList"/>
    <dgm:cxn modelId="{0A8FB7D7-D050-4FE0-86B5-34BB60834505}" type="presParOf" srcId="{6106EAF2-8E37-4BCB-8C4D-D2A247630AC7}" destId="{AD3BFD30-F702-4DFA-B3A0-90E9E493E2F9}" srcOrd="1" destOrd="0" presId="urn:microsoft.com/office/officeart/2018/2/layout/IconVerticalSolidList"/>
    <dgm:cxn modelId="{4A2E2DF0-6EC8-4C43-B539-48B94DD36530}" type="presParOf" srcId="{6106EAF2-8E37-4BCB-8C4D-D2A247630AC7}" destId="{3CCED9A8-C7EC-4FDD-B02B-0F2FD0C0C355}" srcOrd="2" destOrd="0" presId="urn:microsoft.com/office/officeart/2018/2/layout/IconVerticalSolidList"/>
    <dgm:cxn modelId="{EEF6D8A1-331E-4032-A934-A6B5515C8E6E}" type="presParOf" srcId="{6106EAF2-8E37-4BCB-8C4D-D2A247630AC7}" destId="{034CE213-3528-4055-9105-35C85F0F0165}" srcOrd="3" destOrd="0" presId="urn:microsoft.com/office/officeart/2018/2/layout/IconVerticalSolidList"/>
    <dgm:cxn modelId="{43ED4FD1-C765-43D5-BD84-C025090DC06A}" type="presParOf" srcId="{D17F0015-1DED-4315-A847-755D93FAFEFF}" destId="{8E5786D1-1471-47E5-ACF2-A2682E0B95F3}" srcOrd="1" destOrd="0" presId="urn:microsoft.com/office/officeart/2018/2/layout/IconVerticalSolidList"/>
    <dgm:cxn modelId="{AA77BDD3-BE11-4207-9EFA-EF9D2B4B87F7}" type="presParOf" srcId="{D17F0015-1DED-4315-A847-755D93FAFEFF}" destId="{41A00619-866B-4727-8FF7-2CCE398CBABF}" srcOrd="2" destOrd="0" presId="urn:microsoft.com/office/officeart/2018/2/layout/IconVerticalSolidList"/>
    <dgm:cxn modelId="{BBB6A611-88DB-4F45-8630-C1130A60F97B}" type="presParOf" srcId="{41A00619-866B-4727-8FF7-2CCE398CBABF}" destId="{C3DB3139-B6F7-49CC-87FA-D38DD0100D65}" srcOrd="0" destOrd="0" presId="urn:microsoft.com/office/officeart/2018/2/layout/IconVerticalSolidList"/>
    <dgm:cxn modelId="{D61B721C-7BA0-4430-8853-A1C72BD3A4D4}" type="presParOf" srcId="{41A00619-866B-4727-8FF7-2CCE398CBABF}" destId="{D193B4F9-3C93-4AA2-B5B3-8934E650F1AA}" srcOrd="1" destOrd="0" presId="urn:microsoft.com/office/officeart/2018/2/layout/IconVerticalSolidList"/>
    <dgm:cxn modelId="{88B70856-7F38-492E-87DD-E80982DDC958}" type="presParOf" srcId="{41A00619-866B-4727-8FF7-2CCE398CBABF}" destId="{D6B90DD7-E6BA-4722-AEB0-C25B5A3F61E8}" srcOrd="2" destOrd="0" presId="urn:microsoft.com/office/officeart/2018/2/layout/IconVerticalSolidList"/>
    <dgm:cxn modelId="{A4050EF6-D9EB-4F8C-BDD8-953DA2CA1D76}" type="presParOf" srcId="{41A00619-866B-4727-8FF7-2CCE398CBABF}" destId="{6F8C380C-B755-4126-B7DB-8E3C3E1C7BE7}" srcOrd="3" destOrd="0" presId="urn:microsoft.com/office/officeart/2018/2/layout/IconVerticalSolidList"/>
    <dgm:cxn modelId="{92C3F252-244F-42D4-BC05-435396A8718C}" type="presParOf" srcId="{D17F0015-1DED-4315-A847-755D93FAFEFF}" destId="{F3D448A0-610A-4EBB-8232-B263B43922BD}" srcOrd="3" destOrd="0" presId="urn:microsoft.com/office/officeart/2018/2/layout/IconVerticalSolidList"/>
    <dgm:cxn modelId="{38435B9E-D49A-43DD-831A-6A433C0C4757}" type="presParOf" srcId="{D17F0015-1DED-4315-A847-755D93FAFEFF}" destId="{9C8C8FCF-D1C7-43DE-82D8-3A48A5EC6BBC}" srcOrd="4" destOrd="0" presId="urn:microsoft.com/office/officeart/2018/2/layout/IconVerticalSolidList"/>
    <dgm:cxn modelId="{4017EB07-49CA-43F0-8E06-D07149EF2E59}" type="presParOf" srcId="{9C8C8FCF-D1C7-43DE-82D8-3A48A5EC6BBC}" destId="{91AEEA61-921C-4911-A9CE-8717B15B4E5E}" srcOrd="0" destOrd="0" presId="urn:microsoft.com/office/officeart/2018/2/layout/IconVerticalSolidList"/>
    <dgm:cxn modelId="{FF73FA52-F1A0-4401-81F2-8E481585AEB8}" type="presParOf" srcId="{9C8C8FCF-D1C7-43DE-82D8-3A48A5EC6BBC}" destId="{B6D9B1D7-BF98-4C70-A3E3-2F9B8F67B962}" srcOrd="1" destOrd="0" presId="urn:microsoft.com/office/officeart/2018/2/layout/IconVerticalSolidList"/>
    <dgm:cxn modelId="{2D20CA61-DB16-40C4-8928-35F0966B0C4D}" type="presParOf" srcId="{9C8C8FCF-D1C7-43DE-82D8-3A48A5EC6BBC}" destId="{3BE9AB96-719C-450D-AC5D-53DA52AB2BE1}" srcOrd="2" destOrd="0" presId="urn:microsoft.com/office/officeart/2018/2/layout/IconVerticalSolidList"/>
    <dgm:cxn modelId="{5D96C9C9-8C23-416B-8EA5-1FFE5DE641BC}" type="presParOf" srcId="{9C8C8FCF-D1C7-43DE-82D8-3A48A5EC6BBC}" destId="{DF66438E-D6A9-4C90-A84B-2D5ABA0161EF}" srcOrd="3" destOrd="0" presId="urn:microsoft.com/office/officeart/2018/2/layout/IconVerticalSolidList"/>
    <dgm:cxn modelId="{938026E3-511A-4881-A1CE-D2E830403BC0}" type="presParOf" srcId="{D17F0015-1DED-4315-A847-755D93FAFEFF}" destId="{66ADEFFC-D9F0-44FB-BDB6-208CCB969321}" srcOrd="5" destOrd="0" presId="urn:microsoft.com/office/officeart/2018/2/layout/IconVerticalSolidList"/>
    <dgm:cxn modelId="{0E60F4C9-E3AA-45B6-9D23-E907457D04A1}" type="presParOf" srcId="{D17F0015-1DED-4315-A847-755D93FAFEFF}" destId="{8148263C-A229-454B-AB47-3EA204C9DAE6}" srcOrd="6" destOrd="0" presId="urn:microsoft.com/office/officeart/2018/2/layout/IconVerticalSolidList"/>
    <dgm:cxn modelId="{D4418869-2DDA-47F7-8D05-1B8335ED0BEA}" type="presParOf" srcId="{8148263C-A229-454B-AB47-3EA204C9DAE6}" destId="{E9231F5F-52EF-4F34-B9BC-650F952D3B82}" srcOrd="0" destOrd="0" presId="urn:microsoft.com/office/officeart/2018/2/layout/IconVerticalSolidList"/>
    <dgm:cxn modelId="{412BBFDF-0E53-429C-AB69-403A93978B88}" type="presParOf" srcId="{8148263C-A229-454B-AB47-3EA204C9DAE6}" destId="{AFF56861-6BF2-45DE-9F46-E3E05982FFAD}" srcOrd="1" destOrd="0" presId="urn:microsoft.com/office/officeart/2018/2/layout/IconVerticalSolidList"/>
    <dgm:cxn modelId="{9B3CC6EC-9B01-4782-8038-FC0ADFA039CD}" type="presParOf" srcId="{8148263C-A229-454B-AB47-3EA204C9DAE6}" destId="{918CC3B9-1036-4E18-8535-D72A859AA04C}" srcOrd="2" destOrd="0" presId="urn:microsoft.com/office/officeart/2018/2/layout/IconVerticalSolidList"/>
    <dgm:cxn modelId="{94C96324-8323-4665-BBB4-26681989E49C}" type="presParOf" srcId="{8148263C-A229-454B-AB47-3EA204C9DAE6}" destId="{630C3C09-4688-4EB4-9B99-F885C076A81A}" srcOrd="3" destOrd="0" presId="urn:microsoft.com/office/officeart/2018/2/layout/IconVerticalSolidList"/>
    <dgm:cxn modelId="{04225E05-F417-4505-A3CF-F7080D23770D}" type="presParOf" srcId="{D17F0015-1DED-4315-A847-755D93FAFEFF}" destId="{C25536F4-058E-490F-9D42-CF5AEDC510CC}" srcOrd="7" destOrd="0" presId="urn:microsoft.com/office/officeart/2018/2/layout/IconVerticalSolidList"/>
    <dgm:cxn modelId="{60C96E1D-3878-4536-8A6A-649751703705}" type="presParOf" srcId="{D17F0015-1DED-4315-A847-755D93FAFEFF}" destId="{FE788766-786B-4455-96B5-93554D97DD06}" srcOrd="8" destOrd="0" presId="urn:microsoft.com/office/officeart/2018/2/layout/IconVerticalSolidList"/>
    <dgm:cxn modelId="{75D17DEE-1CB2-46E8-9708-57EECE749095}" type="presParOf" srcId="{FE788766-786B-4455-96B5-93554D97DD06}" destId="{483DFD9A-29D5-4C75-93E7-63C406AFA5FE}" srcOrd="0" destOrd="0" presId="urn:microsoft.com/office/officeart/2018/2/layout/IconVerticalSolidList"/>
    <dgm:cxn modelId="{DECCC13B-DD91-4534-A016-3A210BE6C42D}" type="presParOf" srcId="{FE788766-786B-4455-96B5-93554D97DD06}" destId="{D64A1FBD-8F29-49D4-9D3C-2B0E5AF18025}" srcOrd="1" destOrd="0" presId="urn:microsoft.com/office/officeart/2018/2/layout/IconVerticalSolidList"/>
    <dgm:cxn modelId="{28A49357-3F46-43E2-87C5-A3C88DE206C4}" type="presParOf" srcId="{FE788766-786B-4455-96B5-93554D97DD06}" destId="{15BBED34-76F5-431C-913C-BA023ECAD8B1}" srcOrd="2" destOrd="0" presId="urn:microsoft.com/office/officeart/2018/2/layout/IconVerticalSolidList"/>
    <dgm:cxn modelId="{FE0F1E17-FE2E-4FB0-BA4A-4C20234F430F}" type="presParOf" srcId="{FE788766-786B-4455-96B5-93554D97DD06}" destId="{6D83D693-0789-4B64-91F4-20742642250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A5A3BE8-9776-4E3B-B195-05182E3D05C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B59EA196-E760-4922-AE0F-D9A65AF1DA6A}">
      <dgm:prSet/>
      <dgm:spPr/>
      <dgm:t>
        <a:bodyPr/>
        <a:lstStyle/>
        <a:p>
          <a:r>
            <a:rPr lang="en-IN"/>
            <a:t>Identify important features</a:t>
          </a:r>
          <a:endParaRPr lang="en-US"/>
        </a:p>
      </dgm:t>
    </dgm:pt>
    <dgm:pt modelId="{2D0A89F5-B89C-4ECE-9ADE-264D34096A35}" type="parTrans" cxnId="{7AE36DBC-89B5-4914-928F-4ED5C51D940F}">
      <dgm:prSet/>
      <dgm:spPr/>
      <dgm:t>
        <a:bodyPr/>
        <a:lstStyle/>
        <a:p>
          <a:endParaRPr lang="en-US"/>
        </a:p>
      </dgm:t>
    </dgm:pt>
    <dgm:pt modelId="{3865D4BA-B79C-45CE-BDD2-692A6692C5EB}" type="sibTrans" cxnId="{7AE36DBC-89B5-4914-928F-4ED5C51D940F}">
      <dgm:prSet/>
      <dgm:spPr/>
      <dgm:t>
        <a:bodyPr/>
        <a:lstStyle/>
        <a:p>
          <a:endParaRPr lang="en-US"/>
        </a:p>
      </dgm:t>
    </dgm:pt>
    <dgm:pt modelId="{B91428B4-E266-48C5-B639-7EF80AA91D1F}">
      <dgm:prSet/>
      <dgm:spPr/>
      <dgm:t>
        <a:bodyPr/>
        <a:lstStyle/>
        <a:p>
          <a:r>
            <a:rPr lang="en-IN"/>
            <a:t>Data Cleaning</a:t>
          </a:r>
          <a:endParaRPr lang="en-US"/>
        </a:p>
      </dgm:t>
    </dgm:pt>
    <dgm:pt modelId="{44D6133F-9569-450C-948B-F382C4BA30D1}" type="parTrans" cxnId="{D2761239-69F3-46C4-B24F-8F3690044341}">
      <dgm:prSet/>
      <dgm:spPr/>
      <dgm:t>
        <a:bodyPr/>
        <a:lstStyle/>
        <a:p>
          <a:endParaRPr lang="en-US"/>
        </a:p>
      </dgm:t>
    </dgm:pt>
    <dgm:pt modelId="{336F311F-9B5D-4F98-A026-456486A467C7}" type="sibTrans" cxnId="{D2761239-69F3-46C4-B24F-8F3690044341}">
      <dgm:prSet/>
      <dgm:spPr/>
      <dgm:t>
        <a:bodyPr/>
        <a:lstStyle/>
        <a:p>
          <a:endParaRPr lang="en-US"/>
        </a:p>
      </dgm:t>
    </dgm:pt>
    <dgm:pt modelId="{EAD67742-D1A1-447C-BBA0-E966F1D3E665}">
      <dgm:prSet/>
      <dgm:spPr/>
      <dgm:t>
        <a:bodyPr/>
        <a:lstStyle/>
        <a:p>
          <a:r>
            <a:rPr lang="en-IN"/>
            <a:t>Clustering to find similar movies</a:t>
          </a:r>
          <a:endParaRPr lang="en-US"/>
        </a:p>
      </dgm:t>
    </dgm:pt>
    <dgm:pt modelId="{9595CDF0-84CB-48DF-9C32-3D33FE174D0A}" type="parTrans" cxnId="{4015312A-B08C-4735-A188-43C6724CBBA9}">
      <dgm:prSet/>
      <dgm:spPr/>
      <dgm:t>
        <a:bodyPr/>
        <a:lstStyle/>
        <a:p>
          <a:endParaRPr lang="en-US"/>
        </a:p>
      </dgm:t>
    </dgm:pt>
    <dgm:pt modelId="{DA086734-72B4-42F3-9552-C9D5EDA1A751}" type="sibTrans" cxnId="{4015312A-B08C-4735-A188-43C6724CBBA9}">
      <dgm:prSet/>
      <dgm:spPr/>
      <dgm:t>
        <a:bodyPr/>
        <a:lstStyle/>
        <a:p>
          <a:endParaRPr lang="en-US"/>
        </a:p>
      </dgm:t>
    </dgm:pt>
    <dgm:pt modelId="{CA39C4D6-AB4E-49DA-AF99-7836A7C56F59}">
      <dgm:prSet/>
      <dgm:spPr/>
      <dgm:t>
        <a:bodyPr/>
        <a:lstStyle/>
        <a:p>
          <a:r>
            <a:rPr lang="en-IN"/>
            <a:t>Classification to predict clusters</a:t>
          </a:r>
          <a:endParaRPr lang="en-US"/>
        </a:p>
      </dgm:t>
    </dgm:pt>
    <dgm:pt modelId="{ED0668F1-8CF2-4972-8713-B59CBEF4AAD9}" type="parTrans" cxnId="{54830A2D-0AD9-423C-997C-1AF49EACA765}">
      <dgm:prSet/>
      <dgm:spPr/>
      <dgm:t>
        <a:bodyPr/>
        <a:lstStyle/>
        <a:p>
          <a:endParaRPr lang="en-US"/>
        </a:p>
      </dgm:t>
    </dgm:pt>
    <dgm:pt modelId="{8E0D8D3B-3F4F-4262-B149-A2CBA5B75573}" type="sibTrans" cxnId="{54830A2D-0AD9-423C-997C-1AF49EACA765}">
      <dgm:prSet/>
      <dgm:spPr/>
      <dgm:t>
        <a:bodyPr/>
        <a:lstStyle/>
        <a:p>
          <a:endParaRPr lang="en-US"/>
        </a:p>
      </dgm:t>
    </dgm:pt>
    <dgm:pt modelId="{F95B4274-7331-48F4-994E-727013CC4D5E}" type="pres">
      <dgm:prSet presAssocID="{DA5A3BE8-9776-4E3B-B195-05182E3D05CF}" presName="root" presStyleCnt="0">
        <dgm:presLayoutVars>
          <dgm:dir/>
          <dgm:resizeHandles val="exact"/>
        </dgm:presLayoutVars>
      </dgm:prSet>
      <dgm:spPr/>
    </dgm:pt>
    <dgm:pt modelId="{D4BD48AE-72DE-4AB3-85EB-3C25D6CB8B0B}" type="pres">
      <dgm:prSet presAssocID="{B59EA196-E760-4922-AE0F-D9A65AF1DA6A}" presName="compNode" presStyleCnt="0"/>
      <dgm:spPr/>
    </dgm:pt>
    <dgm:pt modelId="{35F94238-4BCF-400D-9AB2-3FCB20121996}" type="pres">
      <dgm:prSet presAssocID="{B59EA196-E760-4922-AE0F-D9A65AF1DA6A}" presName="bgRect" presStyleLbl="bgShp" presStyleIdx="0" presStyleCnt="4"/>
      <dgm:spPr/>
    </dgm:pt>
    <dgm:pt modelId="{9E3696EB-9026-42A6-A1CC-25D1EEB41E4C}" type="pres">
      <dgm:prSet presAssocID="{B59EA196-E760-4922-AE0F-D9A65AF1DA6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223882F-026F-4227-B171-7DE238A9FAC8}" type="pres">
      <dgm:prSet presAssocID="{B59EA196-E760-4922-AE0F-D9A65AF1DA6A}" presName="spaceRect" presStyleCnt="0"/>
      <dgm:spPr/>
    </dgm:pt>
    <dgm:pt modelId="{6E2818C3-F6B2-4066-B15F-FC0DED7C7616}" type="pres">
      <dgm:prSet presAssocID="{B59EA196-E760-4922-AE0F-D9A65AF1DA6A}" presName="parTx" presStyleLbl="revTx" presStyleIdx="0" presStyleCnt="4">
        <dgm:presLayoutVars>
          <dgm:chMax val="0"/>
          <dgm:chPref val="0"/>
        </dgm:presLayoutVars>
      </dgm:prSet>
      <dgm:spPr/>
    </dgm:pt>
    <dgm:pt modelId="{11CDFF33-4BC7-4EBF-9950-D809347E6B71}" type="pres">
      <dgm:prSet presAssocID="{3865D4BA-B79C-45CE-BDD2-692A6692C5EB}" presName="sibTrans" presStyleCnt="0"/>
      <dgm:spPr/>
    </dgm:pt>
    <dgm:pt modelId="{D02674EF-E86A-4DB2-870E-0E513D3D9219}" type="pres">
      <dgm:prSet presAssocID="{B91428B4-E266-48C5-B639-7EF80AA91D1F}" presName="compNode" presStyleCnt="0"/>
      <dgm:spPr/>
    </dgm:pt>
    <dgm:pt modelId="{7105601D-465F-46D3-9CE1-DB02E179E394}" type="pres">
      <dgm:prSet presAssocID="{B91428B4-E266-48C5-B639-7EF80AA91D1F}" presName="bgRect" presStyleLbl="bgShp" presStyleIdx="1" presStyleCnt="4"/>
      <dgm:spPr/>
    </dgm:pt>
    <dgm:pt modelId="{0BD8AF42-4AAC-4171-8FEB-026572F8210E}" type="pres">
      <dgm:prSet presAssocID="{B91428B4-E266-48C5-B639-7EF80AA91D1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7523A2F5-3C98-4570-B97E-C4D437AFE603}" type="pres">
      <dgm:prSet presAssocID="{B91428B4-E266-48C5-B639-7EF80AA91D1F}" presName="spaceRect" presStyleCnt="0"/>
      <dgm:spPr/>
    </dgm:pt>
    <dgm:pt modelId="{054E5A61-3729-47E3-BCAC-915599EFD41C}" type="pres">
      <dgm:prSet presAssocID="{B91428B4-E266-48C5-B639-7EF80AA91D1F}" presName="parTx" presStyleLbl="revTx" presStyleIdx="1" presStyleCnt="4">
        <dgm:presLayoutVars>
          <dgm:chMax val="0"/>
          <dgm:chPref val="0"/>
        </dgm:presLayoutVars>
      </dgm:prSet>
      <dgm:spPr/>
    </dgm:pt>
    <dgm:pt modelId="{EFFF4DCE-2C53-4EAA-AA59-62DA921627F1}" type="pres">
      <dgm:prSet presAssocID="{336F311F-9B5D-4F98-A026-456486A467C7}" presName="sibTrans" presStyleCnt="0"/>
      <dgm:spPr/>
    </dgm:pt>
    <dgm:pt modelId="{10331402-D769-43A7-A1D1-6A54E80D78D2}" type="pres">
      <dgm:prSet presAssocID="{EAD67742-D1A1-447C-BBA0-E966F1D3E665}" presName="compNode" presStyleCnt="0"/>
      <dgm:spPr/>
    </dgm:pt>
    <dgm:pt modelId="{4416946A-68A7-44EC-BE19-9D3B544A64D2}" type="pres">
      <dgm:prSet presAssocID="{EAD67742-D1A1-447C-BBA0-E966F1D3E665}" presName="bgRect" presStyleLbl="bgShp" presStyleIdx="2" presStyleCnt="4"/>
      <dgm:spPr/>
    </dgm:pt>
    <dgm:pt modelId="{D8317528-9516-4FB8-94D6-07CC8742CB9E}" type="pres">
      <dgm:prSet presAssocID="{EAD67742-D1A1-447C-BBA0-E966F1D3E66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F4846E65-4980-4846-9D75-60C58C5EA2A7}" type="pres">
      <dgm:prSet presAssocID="{EAD67742-D1A1-447C-BBA0-E966F1D3E665}" presName="spaceRect" presStyleCnt="0"/>
      <dgm:spPr/>
    </dgm:pt>
    <dgm:pt modelId="{121DD4D5-F412-47C8-8C43-2D63D4C8CD13}" type="pres">
      <dgm:prSet presAssocID="{EAD67742-D1A1-447C-BBA0-E966F1D3E665}" presName="parTx" presStyleLbl="revTx" presStyleIdx="2" presStyleCnt="4">
        <dgm:presLayoutVars>
          <dgm:chMax val="0"/>
          <dgm:chPref val="0"/>
        </dgm:presLayoutVars>
      </dgm:prSet>
      <dgm:spPr/>
    </dgm:pt>
    <dgm:pt modelId="{588CAB8F-C56D-405C-935A-4AA883FDAC13}" type="pres">
      <dgm:prSet presAssocID="{DA086734-72B4-42F3-9552-C9D5EDA1A751}" presName="sibTrans" presStyleCnt="0"/>
      <dgm:spPr/>
    </dgm:pt>
    <dgm:pt modelId="{3FAB3AC8-629E-4D29-8C35-5DF73FEC44B8}" type="pres">
      <dgm:prSet presAssocID="{CA39C4D6-AB4E-49DA-AF99-7836A7C56F59}" presName="compNode" presStyleCnt="0"/>
      <dgm:spPr/>
    </dgm:pt>
    <dgm:pt modelId="{C1A4AA17-1949-41F1-BAB0-531B3C32CB10}" type="pres">
      <dgm:prSet presAssocID="{CA39C4D6-AB4E-49DA-AF99-7836A7C56F59}" presName="bgRect" presStyleLbl="bgShp" presStyleIdx="3" presStyleCnt="4"/>
      <dgm:spPr/>
    </dgm:pt>
    <dgm:pt modelId="{70923488-80FD-4FA1-93DA-2D1191404EC8}" type="pres">
      <dgm:prSet presAssocID="{CA39C4D6-AB4E-49DA-AF99-7836A7C56F5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BD3754E-807B-461C-B362-E62C52B5B5C4}" type="pres">
      <dgm:prSet presAssocID="{CA39C4D6-AB4E-49DA-AF99-7836A7C56F59}" presName="spaceRect" presStyleCnt="0"/>
      <dgm:spPr/>
    </dgm:pt>
    <dgm:pt modelId="{23B2B4D6-A8AB-4727-867F-F8EFAD26BD27}" type="pres">
      <dgm:prSet presAssocID="{CA39C4D6-AB4E-49DA-AF99-7836A7C56F5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9A25A1A-58F0-47E8-B2D0-BD4859C80FE8}" type="presOf" srcId="{EAD67742-D1A1-447C-BBA0-E966F1D3E665}" destId="{121DD4D5-F412-47C8-8C43-2D63D4C8CD13}" srcOrd="0" destOrd="0" presId="urn:microsoft.com/office/officeart/2018/2/layout/IconVerticalSolidList"/>
    <dgm:cxn modelId="{4015312A-B08C-4735-A188-43C6724CBBA9}" srcId="{DA5A3BE8-9776-4E3B-B195-05182E3D05CF}" destId="{EAD67742-D1A1-447C-BBA0-E966F1D3E665}" srcOrd="2" destOrd="0" parTransId="{9595CDF0-84CB-48DF-9C32-3D33FE174D0A}" sibTransId="{DA086734-72B4-42F3-9552-C9D5EDA1A751}"/>
    <dgm:cxn modelId="{54830A2D-0AD9-423C-997C-1AF49EACA765}" srcId="{DA5A3BE8-9776-4E3B-B195-05182E3D05CF}" destId="{CA39C4D6-AB4E-49DA-AF99-7836A7C56F59}" srcOrd="3" destOrd="0" parTransId="{ED0668F1-8CF2-4972-8713-B59CBEF4AAD9}" sibTransId="{8E0D8D3B-3F4F-4262-B149-A2CBA5B75573}"/>
    <dgm:cxn modelId="{D2761239-69F3-46C4-B24F-8F3690044341}" srcId="{DA5A3BE8-9776-4E3B-B195-05182E3D05CF}" destId="{B91428B4-E266-48C5-B639-7EF80AA91D1F}" srcOrd="1" destOrd="0" parTransId="{44D6133F-9569-450C-948B-F382C4BA30D1}" sibTransId="{336F311F-9B5D-4F98-A026-456486A467C7}"/>
    <dgm:cxn modelId="{95BF5480-49F4-4AC9-8939-BC6A36A34FB5}" type="presOf" srcId="{DA5A3BE8-9776-4E3B-B195-05182E3D05CF}" destId="{F95B4274-7331-48F4-994E-727013CC4D5E}" srcOrd="0" destOrd="0" presId="urn:microsoft.com/office/officeart/2018/2/layout/IconVerticalSolidList"/>
    <dgm:cxn modelId="{3EB43096-0AF1-479D-B143-1D3BD4AABA46}" type="presOf" srcId="{B91428B4-E266-48C5-B639-7EF80AA91D1F}" destId="{054E5A61-3729-47E3-BCAC-915599EFD41C}" srcOrd="0" destOrd="0" presId="urn:microsoft.com/office/officeart/2018/2/layout/IconVerticalSolidList"/>
    <dgm:cxn modelId="{3F2CAAA4-E4F0-4CC6-A369-5B48FF0379F0}" type="presOf" srcId="{B59EA196-E760-4922-AE0F-D9A65AF1DA6A}" destId="{6E2818C3-F6B2-4066-B15F-FC0DED7C7616}" srcOrd="0" destOrd="0" presId="urn:microsoft.com/office/officeart/2018/2/layout/IconVerticalSolidList"/>
    <dgm:cxn modelId="{7AE36DBC-89B5-4914-928F-4ED5C51D940F}" srcId="{DA5A3BE8-9776-4E3B-B195-05182E3D05CF}" destId="{B59EA196-E760-4922-AE0F-D9A65AF1DA6A}" srcOrd="0" destOrd="0" parTransId="{2D0A89F5-B89C-4ECE-9ADE-264D34096A35}" sibTransId="{3865D4BA-B79C-45CE-BDD2-692A6692C5EB}"/>
    <dgm:cxn modelId="{A690E5C2-2DE6-4163-99A8-1BFB58D8FEC8}" type="presOf" srcId="{CA39C4D6-AB4E-49DA-AF99-7836A7C56F59}" destId="{23B2B4D6-A8AB-4727-867F-F8EFAD26BD27}" srcOrd="0" destOrd="0" presId="urn:microsoft.com/office/officeart/2018/2/layout/IconVerticalSolidList"/>
    <dgm:cxn modelId="{594D1472-8766-4279-A8EC-9E99F82418E0}" type="presParOf" srcId="{F95B4274-7331-48F4-994E-727013CC4D5E}" destId="{D4BD48AE-72DE-4AB3-85EB-3C25D6CB8B0B}" srcOrd="0" destOrd="0" presId="urn:microsoft.com/office/officeart/2018/2/layout/IconVerticalSolidList"/>
    <dgm:cxn modelId="{DB38BBA8-57F4-41CE-8C34-648DAA35255D}" type="presParOf" srcId="{D4BD48AE-72DE-4AB3-85EB-3C25D6CB8B0B}" destId="{35F94238-4BCF-400D-9AB2-3FCB20121996}" srcOrd="0" destOrd="0" presId="urn:microsoft.com/office/officeart/2018/2/layout/IconVerticalSolidList"/>
    <dgm:cxn modelId="{53272F9F-C6D9-4B28-91F4-46B82EB673C5}" type="presParOf" srcId="{D4BD48AE-72DE-4AB3-85EB-3C25D6CB8B0B}" destId="{9E3696EB-9026-42A6-A1CC-25D1EEB41E4C}" srcOrd="1" destOrd="0" presId="urn:microsoft.com/office/officeart/2018/2/layout/IconVerticalSolidList"/>
    <dgm:cxn modelId="{5606BB92-3789-4F4B-A432-E6AB22B80634}" type="presParOf" srcId="{D4BD48AE-72DE-4AB3-85EB-3C25D6CB8B0B}" destId="{F223882F-026F-4227-B171-7DE238A9FAC8}" srcOrd="2" destOrd="0" presId="urn:microsoft.com/office/officeart/2018/2/layout/IconVerticalSolidList"/>
    <dgm:cxn modelId="{2D49F922-FAF3-41F2-A459-32A37840018C}" type="presParOf" srcId="{D4BD48AE-72DE-4AB3-85EB-3C25D6CB8B0B}" destId="{6E2818C3-F6B2-4066-B15F-FC0DED7C7616}" srcOrd="3" destOrd="0" presId="urn:microsoft.com/office/officeart/2018/2/layout/IconVerticalSolidList"/>
    <dgm:cxn modelId="{12B6184C-4E7C-4378-9F4D-D93BA3292FEE}" type="presParOf" srcId="{F95B4274-7331-48F4-994E-727013CC4D5E}" destId="{11CDFF33-4BC7-4EBF-9950-D809347E6B71}" srcOrd="1" destOrd="0" presId="urn:microsoft.com/office/officeart/2018/2/layout/IconVerticalSolidList"/>
    <dgm:cxn modelId="{76BCE6AC-6BCC-4265-ADA7-7C871FC00E84}" type="presParOf" srcId="{F95B4274-7331-48F4-994E-727013CC4D5E}" destId="{D02674EF-E86A-4DB2-870E-0E513D3D9219}" srcOrd="2" destOrd="0" presId="urn:microsoft.com/office/officeart/2018/2/layout/IconVerticalSolidList"/>
    <dgm:cxn modelId="{853F374E-2713-481E-A898-9C6ABF937109}" type="presParOf" srcId="{D02674EF-E86A-4DB2-870E-0E513D3D9219}" destId="{7105601D-465F-46D3-9CE1-DB02E179E394}" srcOrd="0" destOrd="0" presId="urn:microsoft.com/office/officeart/2018/2/layout/IconVerticalSolidList"/>
    <dgm:cxn modelId="{5F6FCCEE-DF30-47E7-8A51-B662F038235A}" type="presParOf" srcId="{D02674EF-E86A-4DB2-870E-0E513D3D9219}" destId="{0BD8AF42-4AAC-4171-8FEB-026572F8210E}" srcOrd="1" destOrd="0" presId="urn:microsoft.com/office/officeart/2018/2/layout/IconVerticalSolidList"/>
    <dgm:cxn modelId="{26A6BF46-5FCD-4E32-9FEF-1B2AD97256E4}" type="presParOf" srcId="{D02674EF-E86A-4DB2-870E-0E513D3D9219}" destId="{7523A2F5-3C98-4570-B97E-C4D437AFE603}" srcOrd="2" destOrd="0" presId="urn:microsoft.com/office/officeart/2018/2/layout/IconVerticalSolidList"/>
    <dgm:cxn modelId="{90E13688-39EC-4BFB-A2DB-028DEF137A87}" type="presParOf" srcId="{D02674EF-E86A-4DB2-870E-0E513D3D9219}" destId="{054E5A61-3729-47E3-BCAC-915599EFD41C}" srcOrd="3" destOrd="0" presId="urn:microsoft.com/office/officeart/2018/2/layout/IconVerticalSolidList"/>
    <dgm:cxn modelId="{4B825529-7E88-4927-B228-5E07E8072872}" type="presParOf" srcId="{F95B4274-7331-48F4-994E-727013CC4D5E}" destId="{EFFF4DCE-2C53-4EAA-AA59-62DA921627F1}" srcOrd="3" destOrd="0" presId="urn:microsoft.com/office/officeart/2018/2/layout/IconVerticalSolidList"/>
    <dgm:cxn modelId="{74E97879-3896-4D89-95D0-DA0EBE201388}" type="presParOf" srcId="{F95B4274-7331-48F4-994E-727013CC4D5E}" destId="{10331402-D769-43A7-A1D1-6A54E80D78D2}" srcOrd="4" destOrd="0" presId="urn:microsoft.com/office/officeart/2018/2/layout/IconVerticalSolidList"/>
    <dgm:cxn modelId="{EF335AAD-B2EB-49C4-97D5-A46834A97633}" type="presParOf" srcId="{10331402-D769-43A7-A1D1-6A54E80D78D2}" destId="{4416946A-68A7-44EC-BE19-9D3B544A64D2}" srcOrd="0" destOrd="0" presId="urn:microsoft.com/office/officeart/2018/2/layout/IconVerticalSolidList"/>
    <dgm:cxn modelId="{CCCE08D4-C5B4-470C-9CB3-B91B6580586F}" type="presParOf" srcId="{10331402-D769-43A7-A1D1-6A54E80D78D2}" destId="{D8317528-9516-4FB8-94D6-07CC8742CB9E}" srcOrd="1" destOrd="0" presId="urn:microsoft.com/office/officeart/2018/2/layout/IconVerticalSolidList"/>
    <dgm:cxn modelId="{716E38A5-7CF8-42B3-A4F9-2E009700F88B}" type="presParOf" srcId="{10331402-D769-43A7-A1D1-6A54E80D78D2}" destId="{F4846E65-4980-4846-9D75-60C58C5EA2A7}" srcOrd="2" destOrd="0" presId="urn:microsoft.com/office/officeart/2018/2/layout/IconVerticalSolidList"/>
    <dgm:cxn modelId="{40CC0072-EBDB-4C79-AFAB-E94A3234620D}" type="presParOf" srcId="{10331402-D769-43A7-A1D1-6A54E80D78D2}" destId="{121DD4D5-F412-47C8-8C43-2D63D4C8CD13}" srcOrd="3" destOrd="0" presId="urn:microsoft.com/office/officeart/2018/2/layout/IconVerticalSolidList"/>
    <dgm:cxn modelId="{1EB95561-D322-44C4-A430-2118D871B5DA}" type="presParOf" srcId="{F95B4274-7331-48F4-994E-727013CC4D5E}" destId="{588CAB8F-C56D-405C-935A-4AA883FDAC13}" srcOrd="5" destOrd="0" presId="urn:microsoft.com/office/officeart/2018/2/layout/IconVerticalSolidList"/>
    <dgm:cxn modelId="{4F17AC79-1AEF-4C96-A09D-2E0C86E96F9D}" type="presParOf" srcId="{F95B4274-7331-48F4-994E-727013CC4D5E}" destId="{3FAB3AC8-629E-4D29-8C35-5DF73FEC44B8}" srcOrd="6" destOrd="0" presId="urn:microsoft.com/office/officeart/2018/2/layout/IconVerticalSolidList"/>
    <dgm:cxn modelId="{2D8A7625-3258-4E1D-8AB8-EA2C3EFA71FB}" type="presParOf" srcId="{3FAB3AC8-629E-4D29-8C35-5DF73FEC44B8}" destId="{C1A4AA17-1949-41F1-BAB0-531B3C32CB10}" srcOrd="0" destOrd="0" presId="urn:microsoft.com/office/officeart/2018/2/layout/IconVerticalSolidList"/>
    <dgm:cxn modelId="{EAC3E44B-C2F1-4C24-AC7F-B9B0465BC06E}" type="presParOf" srcId="{3FAB3AC8-629E-4D29-8C35-5DF73FEC44B8}" destId="{70923488-80FD-4FA1-93DA-2D1191404EC8}" srcOrd="1" destOrd="0" presId="urn:microsoft.com/office/officeart/2018/2/layout/IconVerticalSolidList"/>
    <dgm:cxn modelId="{B9EF016E-D262-408F-B489-48876CD7D0EF}" type="presParOf" srcId="{3FAB3AC8-629E-4D29-8C35-5DF73FEC44B8}" destId="{FBD3754E-807B-461C-B362-E62C52B5B5C4}" srcOrd="2" destOrd="0" presId="urn:microsoft.com/office/officeart/2018/2/layout/IconVerticalSolidList"/>
    <dgm:cxn modelId="{64ABA43B-6DB3-4641-9897-413261241280}" type="presParOf" srcId="{3FAB3AC8-629E-4D29-8C35-5DF73FEC44B8}" destId="{23B2B4D6-A8AB-4727-867F-F8EFAD26BD2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BB90375-0CC0-45A3-8EDC-7582EC76C94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E30A56D-AD23-43D1-8C81-E87F6E49F55E}">
      <dgm:prSet/>
      <dgm:spPr/>
      <dgm:t>
        <a:bodyPr/>
        <a:lstStyle/>
        <a:p>
          <a:r>
            <a:rPr lang="en-IN"/>
            <a:t>Rating </a:t>
          </a:r>
          <a:endParaRPr lang="en-US"/>
        </a:p>
      </dgm:t>
    </dgm:pt>
    <dgm:pt modelId="{7C68569D-E448-480A-B860-7B65CCAA2F0D}" type="parTrans" cxnId="{E422204C-CD81-42B0-A1F1-D22E556BCA5D}">
      <dgm:prSet/>
      <dgm:spPr/>
      <dgm:t>
        <a:bodyPr/>
        <a:lstStyle/>
        <a:p>
          <a:endParaRPr lang="en-US"/>
        </a:p>
      </dgm:t>
    </dgm:pt>
    <dgm:pt modelId="{9DCF4F7B-AB9F-44B4-AADE-1DB182DBE62B}" type="sibTrans" cxnId="{E422204C-CD81-42B0-A1F1-D22E556BCA5D}">
      <dgm:prSet/>
      <dgm:spPr/>
      <dgm:t>
        <a:bodyPr/>
        <a:lstStyle/>
        <a:p>
          <a:endParaRPr lang="en-US"/>
        </a:p>
      </dgm:t>
    </dgm:pt>
    <dgm:pt modelId="{6797F55C-6DCE-48DB-9424-DCB15432D2F7}">
      <dgm:prSet/>
      <dgm:spPr/>
      <dgm:t>
        <a:bodyPr/>
        <a:lstStyle/>
        <a:p>
          <a:r>
            <a:rPr lang="en-US" b="0" i="0" baseline="0"/>
            <a:t>TV-MA, R, PG-13, TV-14, TV-PG, NR, TV-G, TV-Y, TV-Y7, PG, G, NC-17, TV-Y7-FV, UR </a:t>
          </a:r>
          <a:endParaRPr lang="en-US"/>
        </a:p>
      </dgm:t>
    </dgm:pt>
    <dgm:pt modelId="{E0BD1C05-E07E-41CC-9900-0EBF47181760}" type="parTrans" cxnId="{993CD597-1FC9-447B-AE5A-BEE606F98DF5}">
      <dgm:prSet/>
      <dgm:spPr/>
      <dgm:t>
        <a:bodyPr/>
        <a:lstStyle/>
        <a:p>
          <a:endParaRPr lang="en-US"/>
        </a:p>
      </dgm:t>
    </dgm:pt>
    <dgm:pt modelId="{0C6D5695-C939-462F-9CF5-124C6B2CA94A}" type="sibTrans" cxnId="{993CD597-1FC9-447B-AE5A-BEE606F98DF5}">
      <dgm:prSet/>
      <dgm:spPr/>
      <dgm:t>
        <a:bodyPr/>
        <a:lstStyle/>
        <a:p>
          <a:endParaRPr lang="en-US"/>
        </a:p>
      </dgm:t>
    </dgm:pt>
    <dgm:pt modelId="{A523C3D7-0858-464F-8199-375D6A7BB547}">
      <dgm:prSet/>
      <dgm:spPr/>
      <dgm:t>
        <a:bodyPr/>
        <a:lstStyle/>
        <a:p>
          <a:r>
            <a:rPr lang="en-IN"/>
            <a:t>To target the right kind of movie to the right audience</a:t>
          </a:r>
          <a:endParaRPr lang="en-US"/>
        </a:p>
      </dgm:t>
    </dgm:pt>
    <dgm:pt modelId="{F099C166-7DBE-4EBF-B23B-925F9AF0FAAF}" type="parTrans" cxnId="{43270EFE-D7F6-4058-8678-75B2F648E64F}">
      <dgm:prSet/>
      <dgm:spPr/>
      <dgm:t>
        <a:bodyPr/>
        <a:lstStyle/>
        <a:p>
          <a:endParaRPr lang="en-US"/>
        </a:p>
      </dgm:t>
    </dgm:pt>
    <dgm:pt modelId="{D62DD189-A87A-4577-863B-36F743805B52}" type="sibTrans" cxnId="{43270EFE-D7F6-4058-8678-75B2F648E64F}">
      <dgm:prSet/>
      <dgm:spPr/>
      <dgm:t>
        <a:bodyPr/>
        <a:lstStyle/>
        <a:p>
          <a:endParaRPr lang="en-US"/>
        </a:p>
      </dgm:t>
    </dgm:pt>
    <dgm:pt modelId="{06AA31FE-2D24-4929-A0EB-9FD966BC4948}">
      <dgm:prSet/>
      <dgm:spPr/>
      <dgm:t>
        <a:bodyPr/>
        <a:lstStyle/>
        <a:p>
          <a:r>
            <a:rPr lang="en-IN"/>
            <a:t>Genre</a:t>
          </a:r>
          <a:endParaRPr lang="en-US"/>
        </a:p>
      </dgm:t>
    </dgm:pt>
    <dgm:pt modelId="{878E826B-B3D5-4126-AE35-E30E1826CBB2}" type="parTrans" cxnId="{EFF5D6DD-25C1-4093-B943-EAE6ACD0C0D5}">
      <dgm:prSet/>
      <dgm:spPr/>
      <dgm:t>
        <a:bodyPr/>
        <a:lstStyle/>
        <a:p>
          <a:endParaRPr lang="en-US"/>
        </a:p>
      </dgm:t>
    </dgm:pt>
    <dgm:pt modelId="{0E30D561-2151-435F-A2CF-60CDED6134F9}" type="sibTrans" cxnId="{EFF5D6DD-25C1-4093-B943-EAE6ACD0C0D5}">
      <dgm:prSet/>
      <dgm:spPr/>
      <dgm:t>
        <a:bodyPr/>
        <a:lstStyle/>
        <a:p>
          <a:endParaRPr lang="en-US"/>
        </a:p>
      </dgm:t>
    </dgm:pt>
    <dgm:pt modelId="{4DE8DEE8-F5E7-44C7-9F30-88C95C4FD024}">
      <dgm:prSet/>
      <dgm:spPr/>
      <dgm:t>
        <a:bodyPr/>
        <a:lstStyle/>
        <a:p>
          <a:r>
            <a:rPr lang="en-IN"/>
            <a:t>Crime, Horror, Drama, Anime, Comedy etc.</a:t>
          </a:r>
          <a:endParaRPr lang="en-US"/>
        </a:p>
      </dgm:t>
    </dgm:pt>
    <dgm:pt modelId="{43681F4C-1859-4DED-B9E2-AC250905FE5D}" type="parTrans" cxnId="{1353D4C9-1A50-4061-80FA-083BEB456F51}">
      <dgm:prSet/>
      <dgm:spPr/>
      <dgm:t>
        <a:bodyPr/>
        <a:lstStyle/>
        <a:p>
          <a:endParaRPr lang="en-US"/>
        </a:p>
      </dgm:t>
    </dgm:pt>
    <dgm:pt modelId="{0599D792-7EFB-4DFF-8824-1DC63BEFC328}" type="sibTrans" cxnId="{1353D4C9-1A50-4061-80FA-083BEB456F51}">
      <dgm:prSet/>
      <dgm:spPr/>
      <dgm:t>
        <a:bodyPr/>
        <a:lstStyle/>
        <a:p>
          <a:endParaRPr lang="en-US"/>
        </a:p>
      </dgm:t>
    </dgm:pt>
    <dgm:pt modelId="{0B39A93A-4E0B-4F1C-9517-3B9F528D7B4A}">
      <dgm:prSet/>
      <dgm:spPr/>
      <dgm:t>
        <a:bodyPr/>
        <a:lstStyle/>
        <a:p>
          <a:r>
            <a:rPr lang="en-IN"/>
            <a:t>Helps in identifying similarities in storylines</a:t>
          </a:r>
          <a:endParaRPr lang="en-US"/>
        </a:p>
      </dgm:t>
    </dgm:pt>
    <dgm:pt modelId="{1D29DB9B-55CA-41FA-B3F2-1ADAC88A5E49}" type="parTrans" cxnId="{B94546D7-8079-4C3C-882B-FAECE624E14D}">
      <dgm:prSet/>
      <dgm:spPr/>
      <dgm:t>
        <a:bodyPr/>
        <a:lstStyle/>
        <a:p>
          <a:endParaRPr lang="en-US"/>
        </a:p>
      </dgm:t>
    </dgm:pt>
    <dgm:pt modelId="{34B27103-86CB-49AC-92BE-92BDE8C4646B}" type="sibTrans" cxnId="{B94546D7-8079-4C3C-882B-FAECE624E14D}">
      <dgm:prSet/>
      <dgm:spPr/>
      <dgm:t>
        <a:bodyPr/>
        <a:lstStyle/>
        <a:p>
          <a:endParaRPr lang="en-US"/>
        </a:p>
      </dgm:t>
    </dgm:pt>
    <dgm:pt modelId="{510C7422-A555-4B1E-903B-77764F632D48}">
      <dgm:prSet/>
      <dgm:spPr/>
      <dgm:t>
        <a:bodyPr/>
        <a:lstStyle/>
        <a:p>
          <a:r>
            <a:rPr lang="en-IN"/>
            <a:t>Description</a:t>
          </a:r>
          <a:endParaRPr lang="en-US"/>
        </a:p>
      </dgm:t>
    </dgm:pt>
    <dgm:pt modelId="{9BA4666C-992C-4A30-8B47-5DDA39D82497}" type="parTrans" cxnId="{C8378ACE-AEF9-43B7-B1A2-10185D2A85A9}">
      <dgm:prSet/>
      <dgm:spPr/>
      <dgm:t>
        <a:bodyPr/>
        <a:lstStyle/>
        <a:p>
          <a:endParaRPr lang="en-US"/>
        </a:p>
      </dgm:t>
    </dgm:pt>
    <dgm:pt modelId="{04555C21-29E3-47A7-9F68-96609CDE7AA4}" type="sibTrans" cxnId="{C8378ACE-AEF9-43B7-B1A2-10185D2A85A9}">
      <dgm:prSet/>
      <dgm:spPr/>
      <dgm:t>
        <a:bodyPr/>
        <a:lstStyle/>
        <a:p>
          <a:endParaRPr lang="en-US"/>
        </a:p>
      </dgm:t>
    </dgm:pt>
    <dgm:pt modelId="{18B04267-D1E2-4555-AA5F-A68271A6929D}">
      <dgm:prSet/>
      <dgm:spPr/>
      <dgm:t>
        <a:bodyPr/>
        <a:lstStyle/>
        <a:p>
          <a:r>
            <a:rPr lang="en-IN"/>
            <a:t>Helps in grouping similar stories or movies in similar settings</a:t>
          </a:r>
          <a:endParaRPr lang="en-US"/>
        </a:p>
      </dgm:t>
    </dgm:pt>
    <dgm:pt modelId="{11B5BEF5-8F5F-46EA-8C8D-2A1D00B62655}" type="parTrans" cxnId="{3E3B8E2D-69F2-4CD3-ADF4-B95782D563E9}">
      <dgm:prSet/>
      <dgm:spPr/>
      <dgm:t>
        <a:bodyPr/>
        <a:lstStyle/>
        <a:p>
          <a:endParaRPr lang="en-US"/>
        </a:p>
      </dgm:t>
    </dgm:pt>
    <dgm:pt modelId="{FBC154D2-219D-45ED-AE45-B5AF70AB17D6}" type="sibTrans" cxnId="{3E3B8E2D-69F2-4CD3-ADF4-B95782D563E9}">
      <dgm:prSet/>
      <dgm:spPr/>
      <dgm:t>
        <a:bodyPr/>
        <a:lstStyle/>
        <a:p>
          <a:endParaRPr lang="en-US"/>
        </a:p>
      </dgm:t>
    </dgm:pt>
    <dgm:pt modelId="{6DF137FF-6946-445C-BD90-96411B0C3BB0}" type="pres">
      <dgm:prSet presAssocID="{BBB90375-0CC0-45A3-8EDC-7582EC76C940}" presName="linear" presStyleCnt="0">
        <dgm:presLayoutVars>
          <dgm:animLvl val="lvl"/>
          <dgm:resizeHandles val="exact"/>
        </dgm:presLayoutVars>
      </dgm:prSet>
      <dgm:spPr/>
    </dgm:pt>
    <dgm:pt modelId="{C588F8F4-28E9-412C-9506-95DAEE3E4BA9}" type="pres">
      <dgm:prSet presAssocID="{4E30A56D-AD23-43D1-8C81-E87F6E49F55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AC61A98-703F-4DA4-BE49-87FF3C1183C8}" type="pres">
      <dgm:prSet presAssocID="{4E30A56D-AD23-43D1-8C81-E87F6E49F55E}" presName="childText" presStyleLbl="revTx" presStyleIdx="0" presStyleCnt="3">
        <dgm:presLayoutVars>
          <dgm:bulletEnabled val="1"/>
        </dgm:presLayoutVars>
      </dgm:prSet>
      <dgm:spPr/>
    </dgm:pt>
    <dgm:pt modelId="{2B5BE981-324E-4042-8A82-7C4F982CE8B0}" type="pres">
      <dgm:prSet presAssocID="{06AA31FE-2D24-4929-A0EB-9FD966BC494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21DEEB8-EDFE-403D-8420-E9F9F5DD674B}" type="pres">
      <dgm:prSet presAssocID="{06AA31FE-2D24-4929-A0EB-9FD966BC4948}" presName="childText" presStyleLbl="revTx" presStyleIdx="1" presStyleCnt="3">
        <dgm:presLayoutVars>
          <dgm:bulletEnabled val="1"/>
        </dgm:presLayoutVars>
      </dgm:prSet>
      <dgm:spPr/>
    </dgm:pt>
    <dgm:pt modelId="{A764C523-CEF3-433A-BFA6-AEA3C4DE8F31}" type="pres">
      <dgm:prSet presAssocID="{510C7422-A555-4B1E-903B-77764F632D4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40D314A4-6971-4A3F-96EF-23B13BF296AF}" type="pres">
      <dgm:prSet presAssocID="{510C7422-A555-4B1E-903B-77764F632D48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A6001905-38EB-46BD-982A-4007E348C585}" type="presOf" srcId="{BBB90375-0CC0-45A3-8EDC-7582EC76C940}" destId="{6DF137FF-6946-445C-BD90-96411B0C3BB0}" srcOrd="0" destOrd="0" presId="urn:microsoft.com/office/officeart/2005/8/layout/vList2"/>
    <dgm:cxn modelId="{31DD6527-2290-42D7-9AE1-217A0463749D}" type="presOf" srcId="{06AA31FE-2D24-4929-A0EB-9FD966BC4948}" destId="{2B5BE981-324E-4042-8A82-7C4F982CE8B0}" srcOrd="0" destOrd="0" presId="urn:microsoft.com/office/officeart/2005/8/layout/vList2"/>
    <dgm:cxn modelId="{3E3B8E2D-69F2-4CD3-ADF4-B95782D563E9}" srcId="{510C7422-A555-4B1E-903B-77764F632D48}" destId="{18B04267-D1E2-4555-AA5F-A68271A6929D}" srcOrd="0" destOrd="0" parTransId="{11B5BEF5-8F5F-46EA-8C8D-2A1D00B62655}" sibTransId="{FBC154D2-219D-45ED-AE45-B5AF70AB17D6}"/>
    <dgm:cxn modelId="{E422204C-CD81-42B0-A1F1-D22E556BCA5D}" srcId="{BBB90375-0CC0-45A3-8EDC-7582EC76C940}" destId="{4E30A56D-AD23-43D1-8C81-E87F6E49F55E}" srcOrd="0" destOrd="0" parTransId="{7C68569D-E448-480A-B860-7B65CCAA2F0D}" sibTransId="{9DCF4F7B-AB9F-44B4-AADE-1DB182DBE62B}"/>
    <dgm:cxn modelId="{3CE4924C-D1E3-4646-9647-2FF830FC9E2C}" type="presOf" srcId="{510C7422-A555-4B1E-903B-77764F632D48}" destId="{A764C523-CEF3-433A-BFA6-AEA3C4DE8F31}" srcOrd="0" destOrd="0" presId="urn:microsoft.com/office/officeart/2005/8/layout/vList2"/>
    <dgm:cxn modelId="{2236726E-3861-4145-9769-BD9B4E838E2E}" type="presOf" srcId="{6797F55C-6DCE-48DB-9424-DCB15432D2F7}" destId="{5AC61A98-703F-4DA4-BE49-87FF3C1183C8}" srcOrd="0" destOrd="0" presId="urn:microsoft.com/office/officeart/2005/8/layout/vList2"/>
    <dgm:cxn modelId="{70F8C98B-A0C4-4C0B-9EAE-48CAC0851D5C}" type="presOf" srcId="{4DE8DEE8-F5E7-44C7-9F30-88C95C4FD024}" destId="{321DEEB8-EDFE-403D-8420-E9F9F5DD674B}" srcOrd="0" destOrd="0" presId="urn:microsoft.com/office/officeart/2005/8/layout/vList2"/>
    <dgm:cxn modelId="{993CD597-1FC9-447B-AE5A-BEE606F98DF5}" srcId="{4E30A56D-AD23-43D1-8C81-E87F6E49F55E}" destId="{6797F55C-6DCE-48DB-9424-DCB15432D2F7}" srcOrd="0" destOrd="0" parTransId="{E0BD1C05-E07E-41CC-9900-0EBF47181760}" sibTransId="{0C6D5695-C939-462F-9CF5-124C6B2CA94A}"/>
    <dgm:cxn modelId="{7773A0B6-FA99-45B0-87F2-71EF4FD7717A}" type="presOf" srcId="{A523C3D7-0858-464F-8199-375D6A7BB547}" destId="{5AC61A98-703F-4DA4-BE49-87FF3C1183C8}" srcOrd="0" destOrd="1" presId="urn:microsoft.com/office/officeart/2005/8/layout/vList2"/>
    <dgm:cxn modelId="{1353D4C9-1A50-4061-80FA-083BEB456F51}" srcId="{06AA31FE-2D24-4929-A0EB-9FD966BC4948}" destId="{4DE8DEE8-F5E7-44C7-9F30-88C95C4FD024}" srcOrd="0" destOrd="0" parTransId="{43681F4C-1859-4DED-B9E2-AC250905FE5D}" sibTransId="{0599D792-7EFB-4DFF-8824-1DC63BEFC328}"/>
    <dgm:cxn modelId="{C8378ACE-AEF9-43B7-B1A2-10185D2A85A9}" srcId="{BBB90375-0CC0-45A3-8EDC-7582EC76C940}" destId="{510C7422-A555-4B1E-903B-77764F632D48}" srcOrd="2" destOrd="0" parTransId="{9BA4666C-992C-4A30-8B47-5DDA39D82497}" sibTransId="{04555C21-29E3-47A7-9F68-96609CDE7AA4}"/>
    <dgm:cxn modelId="{B94546D7-8079-4C3C-882B-FAECE624E14D}" srcId="{06AA31FE-2D24-4929-A0EB-9FD966BC4948}" destId="{0B39A93A-4E0B-4F1C-9517-3B9F528D7B4A}" srcOrd="1" destOrd="0" parTransId="{1D29DB9B-55CA-41FA-B3F2-1ADAC88A5E49}" sibTransId="{34B27103-86CB-49AC-92BE-92BDE8C4646B}"/>
    <dgm:cxn modelId="{EFF5D6DD-25C1-4093-B943-EAE6ACD0C0D5}" srcId="{BBB90375-0CC0-45A3-8EDC-7582EC76C940}" destId="{06AA31FE-2D24-4929-A0EB-9FD966BC4948}" srcOrd="1" destOrd="0" parTransId="{878E826B-B3D5-4126-AE35-E30E1826CBB2}" sibTransId="{0E30D561-2151-435F-A2CF-60CDED6134F9}"/>
    <dgm:cxn modelId="{17A2ABE3-D639-46AC-85DA-C60C6D179042}" type="presOf" srcId="{4E30A56D-AD23-43D1-8C81-E87F6E49F55E}" destId="{C588F8F4-28E9-412C-9506-95DAEE3E4BA9}" srcOrd="0" destOrd="0" presId="urn:microsoft.com/office/officeart/2005/8/layout/vList2"/>
    <dgm:cxn modelId="{947DEFF1-C1B8-4C02-AC7C-63ED23D04C90}" type="presOf" srcId="{18B04267-D1E2-4555-AA5F-A68271A6929D}" destId="{40D314A4-6971-4A3F-96EF-23B13BF296AF}" srcOrd="0" destOrd="0" presId="urn:microsoft.com/office/officeart/2005/8/layout/vList2"/>
    <dgm:cxn modelId="{0BB0B5FC-7326-4370-A448-93EE479B0FB5}" type="presOf" srcId="{0B39A93A-4E0B-4F1C-9517-3B9F528D7B4A}" destId="{321DEEB8-EDFE-403D-8420-E9F9F5DD674B}" srcOrd="0" destOrd="1" presId="urn:microsoft.com/office/officeart/2005/8/layout/vList2"/>
    <dgm:cxn modelId="{43270EFE-D7F6-4058-8678-75B2F648E64F}" srcId="{4E30A56D-AD23-43D1-8C81-E87F6E49F55E}" destId="{A523C3D7-0858-464F-8199-375D6A7BB547}" srcOrd="1" destOrd="0" parTransId="{F099C166-7DBE-4EBF-B23B-925F9AF0FAAF}" sibTransId="{D62DD189-A87A-4577-863B-36F743805B52}"/>
    <dgm:cxn modelId="{4184D05F-E8AE-420B-9F34-B4BD42EF3B72}" type="presParOf" srcId="{6DF137FF-6946-445C-BD90-96411B0C3BB0}" destId="{C588F8F4-28E9-412C-9506-95DAEE3E4BA9}" srcOrd="0" destOrd="0" presId="urn:microsoft.com/office/officeart/2005/8/layout/vList2"/>
    <dgm:cxn modelId="{C80B4018-A36F-44B6-875B-F809B7F42709}" type="presParOf" srcId="{6DF137FF-6946-445C-BD90-96411B0C3BB0}" destId="{5AC61A98-703F-4DA4-BE49-87FF3C1183C8}" srcOrd="1" destOrd="0" presId="urn:microsoft.com/office/officeart/2005/8/layout/vList2"/>
    <dgm:cxn modelId="{1946D10E-421D-4C07-91CB-DF5E99446E06}" type="presParOf" srcId="{6DF137FF-6946-445C-BD90-96411B0C3BB0}" destId="{2B5BE981-324E-4042-8A82-7C4F982CE8B0}" srcOrd="2" destOrd="0" presId="urn:microsoft.com/office/officeart/2005/8/layout/vList2"/>
    <dgm:cxn modelId="{35F7B585-3574-4817-9701-2FAC2529C1F5}" type="presParOf" srcId="{6DF137FF-6946-445C-BD90-96411B0C3BB0}" destId="{321DEEB8-EDFE-403D-8420-E9F9F5DD674B}" srcOrd="3" destOrd="0" presId="urn:microsoft.com/office/officeart/2005/8/layout/vList2"/>
    <dgm:cxn modelId="{2186A2CD-E1F7-42A8-BEE9-F2E348509DDC}" type="presParOf" srcId="{6DF137FF-6946-445C-BD90-96411B0C3BB0}" destId="{A764C523-CEF3-433A-BFA6-AEA3C4DE8F31}" srcOrd="4" destOrd="0" presId="urn:microsoft.com/office/officeart/2005/8/layout/vList2"/>
    <dgm:cxn modelId="{5A3490C8-4052-4572-AD9F-E5669BCE5753}" type="presParOf" srcId="{6DF137FF-6946-445C-BD90-96411B0C3BB0}" destId="{40D314A4-6971-4A3F-96EF-23B13BF296AF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6DE15A1-5CB8-47C0-AB80-F4E018F1246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C7D79DA-04DA-452C-A74D-80F59FEF9D3B}">
      <dgm:prSet/>
      <dgm:spPr/>
      <dgm:t>
        <a:bodyPr/>
        <a:lstStyle/>
        <a:p>
          <a:r>
            <a:rPr lang="en-IN"/>
            <a:t>Drop all other unwanted columns</a:t>
          </a:r>
          <a:endParaRPr lang="en-US"/>
        </a:p>
      </dgm:t>
    </dgm:pt>
    <dgm:pt modelId="{27025982-7540-4E97-8A52-722FD2ECDE55}" type="parTrans" cxnId="{A875D850-0A7F-425F-BC50-4469486C4EE6}">
      <dgm:prSet/>
      <dgm:spPr/>
      <dgm:t>
        <a:bodyPr/>
        <a:lstStyle/>
        <a:p>
          <a:endParaRPr lang="en-US"/>
        </a:p>
      </dgm:t>
    </dgm:pt>
    <dgm:pt modelId="{5AA526F0-111C-494B-8A7F-E5FFB6B98741}" type="sibTrans" cxnId="{A875D850-0A7F-425F-BC50-4469486C4EE6}">
      <dgm:prSet/>
      <dgm:spPr/>
      <dgm:t>
        <a:bodyPr/>
        <a:lstStyle/>
        <a:p>
          <a:endParaRPr lang="en-US"/>
        </a:p>
      </dgm:t>
    </dgm:pt>
    <dgm:pt modelId="{9DE9C4DF-080C-4D25-A2CD-54501C1DA0E7}">
      <dgm:prSet/>
      <dgm:spPr/>
      <dgm:t>
        <a:bodyPr/>
        <a:lstStyle/>
        <a:p>
          <a:r>
            <a:rPr lang="en-IN"/>
            <a:t>Rating is a categorical column</a:t>
          </a:r>
          <a:endParaRPr lang="en-US"/>
        </a:p>
      </dgm:t>
    </dgm:pt>
    <dgm:pt modelId="{9C020DF9-8DF9-44DC-863B-A665BE23418B}" type="parTrans" cxnId="{E924ABB6-7A5E-4081-B5E3-3FB7CC4CA31E}">
      <dgm:prSet/>
      <dgm:spPr/>
      <dgm:t>
        <a:bodyPr/>
        <a:lstStyle/>
        <a:p>
          <a:endParaRPr lang="en-US"/>
        </a:p>
      </dgm:t>
    </dgm:pt>
    <dgm:pt modelId="{6FAD35A6-68B1-43B9-B5F7-E2ED3CFC844B}" type="sibTrans" cxnId="{E924ABB6-7A5E-4081-B5E3-3FB7CC4CA31E}">
      <dgm:prSet/>
      <dgm:spPr/>
      <dgm:t>
        <a:bodyPr/>
        <a:lstStyle/>
        <a:p>
          <a:endParaRPr lang="en-US"/>
        </a:p>
      </dgm:t>
    </dgm:pt>
    <dgm:pt modelId="{BDAE953D-5CAF-4776-8669-1BD5D5695772}">
      <dgm:prSet/>
      <dgm:spPr/>
      <dgm:t>
        <a:bodyPr/>
        <a:lstStyle/>
        <a:p>
          <a:r>
            <a:rPr lang="en-IN"/>
            <a:t>One – hot encode the column values</a:t>
          </a:r>
          <a:endParaRPr lang="en-US"/>
        </a:p>
      </dgm:t>
    </dgm:pt>
    <dgm:pt modelId="{671FD2B4-A3FD-41C3-9423-113833D7F6B4}" type="parTrans" cxnId="{A98C7650-778F-4BC0-A4C6-C4C2D3E1AC40}">
      <dgm:prSet/>
      <dgm:spPr/>
      <dgm:t>
        <a:bodyPr/>
        <a:lstStyle/>
        <a:p>
          <a:endParaRPr lang="en-US"/>
        </a:p>
      </dgm:t>
    </dgm:pt>
    <dgm:pt modelId="{B900EDF1-FC57-4831-9D1F-A5496F4CE062}" type="sibTrans" cxnId="{A98C7650-778F-4BC0-A4C6-C4C2D3E1AC40}">
      <dgm:prSet/>
      <dgm:spPr/>
      <dgm:t>
        <a:bodyPr/>
        <a:lstStyle/>
        <a:p>
          <a:endParaRPr lang="en-US"/>
        </a:p>
      </dgm:t>
    </dgm:pt>
    <dgm:pt modelId="{B70EB221-FC8E-4D1C-9712-AC4FCE6BCF56}">
      <dgm:prSet/>
      <dgm:spPr/>
      <dgm:t>
        <a:bodyPr/>
        <a:lstStyle/>
        <a:p>
          <a:r>
            <a:rPr lang="en-IN"/>
            <a:t>Add as new features to the dataset</a:t>
          </a:r>
          <a:endParaRPr lang="en-US"/>
        </a:p>
      </dgm:t>
    </dgm:pt>
    <dgm:pt modelId="{7B1FACAA-F209-48DA-821E-430BCEBC77E5}" type="parTrans" cxnId="{94D6D14C-B16E-4793-8E5F-C7CAEA38B6D8}">
      <dgm:prSet/>
      <dgm:spPr/>
      <dgm:t>
        <a:bodyPr/>
        <a:lstStyle/>
        <a:p>
          <a:endParaRPr lang="en-US"/>
        </a:p>
      </dgm:t>
    </dgm:pt>
    <dgm:pt modelId="{1FE42C9C-C80B-44A5-9A33-7AA3CC5744CF}" type="sibTrans" cxnId="{94D6D14C-B16E-4793-8E5F-C7CAEA38B6D8}">
      <dgm:prSet/>
      <dgm:spPr/>
      <dgm:t>
        <a:bodyPr/>
        <a:lstStyle/>
        <a:p>
          <a:endParaRPr lang="en-US"/>
        </a:p>
      </dgm:t>
    </dgm:pt>
    <dgm:pt modelId="{9CF01280-A382-4486-9E2D-E97151BB4D64}" type="pres">
      <dgm:prSet presAssocID="{B6DE15A1-5CB8-47C0-AB80-F4E018F12464}" presName="root" presStyleCnt="0">
        <dgm:presLayoutVars>
          <dgm:dir/>
          <dgm:resizeHandles val="exact"/>
        </dgm:presLayoutVars>
      </dgm:prSet>
      <dgm:spPr/>
    </dgm:pt>
    <dgm:pt modelId="{5287E1B7-89AA-4CC8-BFF8-E0384AF47733}" type="pres">
      <dgm:prSet presAssocID="{7C7D79DA-04DA-452C-A74D-80F59FEF9D3B}" presName="compNode" presStyleCnt="0"/>
      <dgm:spPr/>
    </dgm:pt>
    <dgm:pt modelId="{09643455-E29A-451D-9AD0-A4CC343D7778}" type="pres">
      <dgm:prSet presAssocID="{7C7D79DA-04DA-452C-A74D-80F59FEF9D3B}" presName="bgRect" presStyleLbl="bgShp" presStyleIdx="0" presStyleCnt="4"/>
      <dgm:spPr/>
    </dgm:pt>
    <dgm:pt modelId="{871A509E-E8A5-4361-84F9-B0A8BE4AED8F}" type="pres">
      <dgm:prSet presAssocID="{7C7D79DA-04DA-452C-A74D-80F59FEF9D3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"/>
        </a:ext>
      </dgm:extLst>
    </dgm:pt>
    <dgm:pt modelId="{41B5CCCE-6098-48DC-B586-B3A27080C2B1}" type="pres">
      <dgm:prSet presAssocID="{7C7D79DA-04DA-452C-A74D-80F59FEF9D3B}" presName="spaceRect" presStyleCnt="0"/>
      <dgm:spPr/>
    </dgm:pt>
    <dgm:pt modelId="{A6858252-7D41-4844-A0C5-3992BFBA43FB}" type="pres">
      <dgm:prSet presAssocID="{7C7D79DA-04DA-452C-A74D-80F59FEF9D3B}" presName="parTx" presStyleLbl="revTx" presStyleIdx="0" presStyleCnt="4">
        <dgm:presLayoutVars>
          <dgm:chMax val="0"/>
          <dgm:chPref val="0"/>
        </dgm:presLayoutVars>
      </dgm:prSet>
      <dgm:spPr/>
    </dgm:pt>
    <dgm:pt modelId="{308F6AC2-788E-4F0E-AFE8-0F6168D2D8DF}" type="pres">
      <dgm:prSet presAssocID="{5AA526F0-111C-494B-8A7F-E5FFB6B98741}" presName="sibTrans" presStyleCnt="0"/>
      <dgm:spPr/>
    </dgm:pt>
    <dgm:pt modelId="{A9FA5B5C-DEE1-4567-9DB2-1A2256983510}" type="pres">
      <dgm:prSet presAssocID="{9DE9C4DF-080C-4D25-A2CD-54501C1DA0E7}" presName="compNode" presStyleCnt="0"/>
      <dgm:spPr/>
    </dgm:pt>
    <dgm:pt modelId="{02673328-6D0F-4AF4-971B-AAEDF743B4B7}" type="pres">
      <dgm:prSet presAssocID="{9DE9C4DF-080C-4D25-A2CD-54501C1DA0E7}" presName="bgRect" presStyleLbl="bgShp" presStyleIdx="1" presStyleCnt="4"/>
      <dgm:spPr/>
    </dgm:pt>
    <dgm:pt modelId="{1957F00C-AF24-48FD-B9C7-4B3EA6E0EFF6}" type="pres">
      <dgm:prSet presAssocID="{9DE9C4DF-080C-4D25-A2CD-54501C1DA0E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E48BD45-4E42-4C29-964F-54C7EB6785C3}" type="pres">
      <dgm:prSet presAssocID="{9DE9C4DF-080C-4D25-A2CD-54501C1DA0E7}" presName="spaceRect" presStyleCnt="0"/>
      <dgm:spPr/>
    </dgm:pt>
    <dgm:pt modelId="{537623A7-996A-4B17-A16D-7D15FD6E560C}" type="pres">
      <dgm:prSet presAssocID="{9DE9C4DF-080C-4D25-A2CD-54501C1DA0E7}" presName="parTx" presStyleLbl="revTx" presStyleIdx="1" presStyleCnt="4">
        <dgm:presLayoutVars>
          <dgm:chMax val="0"/>
          <dgm:chPref val="0"/>
        </dgm:presLayoutVars>
      </dgm:prSet>
      <dgm:spPr/>
    </dgm:pt>
    <dgm:pt modelId="{AEF1E785-FC31-4C58-A938-D4D0B2091BA4}" type="pres">
      <dgm:prSet presAssocID="{6FAD35A6-68B1-43B9-B5F7-E2ED3CFC844B}" presName="sibTrans" presStyleCnt="0"/>
      <dgm:spPr/>
    </dgm:pt>
    <dgm:pt modelId="{CBD60B4B-A1B9-4DAC-AE9E-015B121E47FD}" type="pres">
      <dgm:prSet presAssocID="{BDAE953D-5CAF-4776-8669-1BD5D5695772}" presName="compNode" presStyleCnt="0"/>
      <dgm:spPr/>
    </dgm:pt>
    <dgm:pt modelId="{79167D95-4EE5-4440-9FBD-D2DCEDC09313}" type="pres">
      <dgm:prSet presAssocID="{BDAE953D-5CAF-4776-8669-1BD5D5695772}" presName="bgRect" presStyleLbl="bgShp" presStyleIdx="2" presStyleCnt="4"/>
      <dgm:spPr/>
    </dgm:pt>
    <dgm:pt modelId="{B2794F2A-097A-4C1E-BF48-534F08D17311}" type="pres">
      <dgm:prSet presAssocID="{BDAE953D-5CAF-4776-8669-1BD5D569577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EE09A949-8240-427E-82ED-9349442E2BA4}" type="pres">
      <dgm:prSet presAssocID="{BDAE953D-5CAF-4776-8669-1BD5D5695772}" presName="spaceRect" presStyleCnt="0"/>
      <dgm:spPr/>
    </dgm:pt>
    <dgm:pt modelId="{70D1F7F1-B055-4539-9C90-A292E6B7D7C9}" type="pres">
      <dgm:prSet presAssocID="{BDAE953D-5CAF-4776-8669-1BD5D5695772}" presName="parTx" presStyleLbl="revTx" presStyleIdx="2" presStyleCnt="4">
        <dgm:presLayoutVars>
          <dgm:chMax val="0"/>
          <dgm:chPref val="0"/>
        </dgm:presLayoutVars>
      </dgm:prSet>
      <dgm:spPr/>
    </dgm:pt>
    <dgm:pt modelId="{45AF9F3B-A0A6-486D-89AB-6296FAA4D081}" type="pres">
      <dgm:prSet presAssocID="{B900EDF1-FC57-4831-9D1F-A5496F4CE062}" presName="sibTrans" presStyleCnt="0"/>
      <dgm:spPr/>
    </dgm:pt>
    <dgm:pt modelId="{D233EFB0-9F53-4320-9E7E-E16335FD390C}" type="pres">
      <dgm:prSet presAssocID="{B70EB221-FC8E-4D1C-9712-AC4FCE6BCF56}" presName="compNode" presStyleCnt="0"/>
      <dgm:spPr/>
    </dgm:pt>
    <dgm:pt modelId="{A0216240-C3D0-447B-8189-AEC86368EA79}" type="pres">
      <dgm:prSet presAssocID="{B70EB221-FC8E-4D1C-9712-AC4FCE6BCF56}" presName="bgRect" presStyleLbl="bgShp" presStyleIdx="3" presStyleCnt="4"/>
      <dgm:spPr/>
    </dgm:pt>
    <dgm:pt modelId="{29FB66A5-63AF-42B9-9E57-9D0769CCC682}" type="pres">
      <dgm:prSet presAssocID="{B70EB221-FC8E-4D1C-9712-AC4FCE6BCF5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d"/>
        </a:ext>
      </dgm:extLst>
    </dgm:pt>
    <dgm:pt modelId="{07AABCDC-D08A-4DD1-9465-F10048101D19}" type="pres">
      <dgm:prSet presAssocID="{B70EB221-FC8E-4D1C-9712-AC4FCE6BCF56}" presName="spaceRect" presStyleCnt="0"/>
      <dgm:spPr/>
    </dgm:pt>
    <dgm:pt modelId="{753DDE80-C343-4AF7-A588-BA7CAD53130F}" type="pres">
      <dgm:prSet presAssocID="{B70EB221-FC8E-4D1C-9712-AC4FCE6BCF5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EC2150C-D9A1-4B24-9D73-5CFD8823CD40}" type="presOf" srcId="{B70EB221-FC8E-4D1C-9712-AC4FCE6BCF56}" destId="{753DDE80-C343-4AF7-A588-BA7CAD53130F}" srcOrd="0" destOrd="0" presId="urn:microsoft.com/office/officeart/2018/2/layout/IconVerticalSolidList"/>
    <dgm:cxn modelId="{344AA11E-E2A8-4709-B880-59A014E0FF71}" type="presOf" srcId="{7C7D79DA-04DA-452C-A74D-80F59FEF9D3B}" destId="{A6858252-7D41-4844-A0C5-3992BFBA43FB}" srcOrd="0" destOrd="0" presId="urn:microsoft.com/office/officeart/2018/2/layout/IconVerticalSolidList"/>
    <dgm:cxn modelId="{9B1DEC28-96FE-4D74-8199-D4BB744E5111}" type="presOf" srcId="{9DE9C4DF-080C-4D25-A2CD-54501C1DA0E7}" destId="{537623A7-996A-4B17-A16D-7D15FD6E560C}" srcOrd="0" destOrd="0" presId="urn:microsoft.com/office/officeart/2018/2/layout/IconVerticalSolidList"/>
    <dgm:cxn modelId="{94D6D14C-B16E-4793-8E5F-C7CAEA38B6D8}" srcId="{B6DE15A1-5CB8-47C0-AB80-F4E018F12464}" destId="{B70EB221-FC8E-4D1C-9712-AC4FCE6BCF56}" srcOrd="3" destOrd="0" parTransId="{7B1FACAA-F209-48DA-821E-430BCEBC77E5}" sibTransId="{1FE42C9C-C80B-44A5-9A33-7AA3CC5744CF}"/>
    <dgm:cxn modelId="{A98C7650-778F-4BC0-A4C6-C4C2D3E1AC40}" srcId="{B6DE15A1-5CB8-47C0-AB80-F4E018F12464}" destId="{BDAE953D-5CAF-4776-8669-1BD5D5695772}" srcOrd="2" destOrd="0" parTransId="{671FD2B4-A3FD-41C3-9423-113833D7F6B4}" sibTransId="{B900EDF1-FC57-4831-9D1F-A5496F4CE062}"/>
    <dgm:cxn modelId="{A875D850-0A7F-425F-BC50-4469486C4EE6}" srcId="{B6DE15A1-5CB8-47C0-AB80-F4E018F12464}" destId="{7C7D79DA-04DA-452C-A74D-80F59FEF9D3B}" srcOrd="0" destOrd="0" parTransId="{27025982-7540-4E97-8A52-722FD2ECDE55}" sibTransId="{5AA526F0-111C-494B-8A7F-E5FFB6B98741}"/>
    <dgm:cxn modelId="{E924ABB6-7A5E-4081-B5E3-3FB7CC4CA31E}" srcId="{B6DE15A1-5CB8-47C0-AB80-F4E018F12464}" destId="{9DE9C4DF-080C-4D25-A2CD-54501C1DA0E7}" srcOrd="1" destOrd="0" parTransId="{9C020DF9-8DF9-44DC-863B-A665BE23418B}" sibTransId="{6FAD35A6-68B1-43B9-B5F7-E2ED3CFC844B}"/>
    <dgm:cxn modelId="{67915CD0-6579-4FAF-8D68-5370ED60EB3C}" type="presOf" srcId="{B6DE15A1-5CB8-47C0-AB80-F4E018F12464}" destId="{9CF01280-A382-4486-9E2D-E97151BB4D64}" srcOrd="0" destOrd="0" presId="urn:microsoft.com/office/officeart/2018/2/layout/IconVerticalSolidList"/>
    <dgm:cxn modelId="{92B340E0-8594-432F-8BAF-380DBB31009C}" type="presOf" srcId="{BDAE953D-5CAF-4776-8669-1BD5D5695772}" destId="{70D1F7F1-B055-4539-9C90-A292E6B7D7C9}" srcOrd="0" destOrd="0" presId="urn:microsoft.com/office/officeart/2018/2/layout/IconVerticalSolidList"/>
    <dgm:cxn modelId="{CC77DC3A-611B-4042-AA0E-50B491EF310C}" type="presParOf" srcId="{9CF01280-A382-4486-9E2D-E97151BB4D64}" destId="{5287E1B7-89AA-4CC8-BFF8-E0384AF47733}" srcOrd="0" destOrd="0" presId="urn:microsoft.com/office/officeart/2018/2/layout/IconVerticalSolidList"/>
    <dgm:cxn modelId="{724FFB1A-C0C4-4A5E-9817-BB4199F89685}" type="presParOf" srcId="{5287E1B7-89AA-4CC8-BFF8-E0384AF47733}" destId="{09643455-E29A-451D-9AD0-A4CC343D7778}" srcOrd="0" destOrd="0" presId="urn:microsoft.com/office/officeart/2018/2/layout/IconVerticalSolidList"/>
    <dgm:cxn modelId="{C5F575DB-4038-44A0-B7C3-BE0B9994B7FB}" type="presParOf" srcId="{5287E1B7-89AA-4CC8-BFF8-E0384AF47733}" destId="{871A509E-E8A5-4361-84F9-B0A8BE4AED8F}" srcOrd="1" destOrd="0" presId="urn:microsoft.com/office/officeart/2018/2/layout/IconVerticalSolidList"/>
    <dgm:cxn modelId="{26CE485A-822F-428B-86DC-4AAF85211007}" type="presParOf" srcId="{5287E1B7-89AA-4CC8-BFF8-E0384AF47733}" destId="{41B5CCCE-6098-48DC-B586-B3A27080C2B1}" srcOrd="2" destOrd="0" presId="urn:microsoft.com/office/officeart/2018/2/layout/IconVerticalSolidList"/>
    <dgm:cxn modelId="{277B195A-0E87-4976-8119-1075BCCE7B07}" type="presParOf" srcId="{5287E1B7-89AA-4CC8-BFF8-E0384AF47733}" destId="{A6858252-7D41-4844-A0C5-3992BFBA43FB}" srcOrd="3" destOrd="0" presId="urn:microsoft.com/office/officeart/2018/2/layout/IconVerticalSolidList"/>
    <dgm:cxn modelId="{734109E1-C8D5-4FC2-B9C3-AE9AA010CF66}" type="presParOf" srcId="{9CF01280-A382-4486-9E2D-E97151BB4D64}" destId="{308F6AC2-788E-4F0E-AFE8-0F6168D2D8DF}" srcOrd="1" destOrd="0" presId="urn:microsoft.com/office/officeart/2018/2/layout/IconVerticalSolidList"/>
    <dgm:cxn modelId="{FD85ED4F-52CA-4A16-A2A2-3AFCFFF77066}" type="presParOf" srcId="{9CF01280-A382-4486-9E2D-E97151BB4D64}" destId="{A9FA5B5C-DEE1-4567-9DB2-1A2256983510}" srcOrd="2" destOrd="0" presId="urn:microsoft.com/office/officeart/2018/2/layout/IconVerticalSolidList"/>
    <dgm:cxn modelId="{E78733E3-951F-4287-8EFF-930A2A86E72D}" type="presParOf" srcId="{A9FA5B5C-DEE1-4567-9DB2-1A2256983510}" destId="{02673328-6D0F-4AF4-971B-AAEDF743B4B7}" srcOrd="0" destOrd="0" presId="urn:microsoft.com/office/officeart/2018/2/layout/IconVerticalSolidList"/>
    <dgm:cxn modelId="{222AD5EF-FAE3-491E-8C0A-9BF4948026A8}" type="presParOf" srcId="{A9FA5B5C-DEE1-4567-9DB2-1A2256983510}" destId="{1957F00C-AF24-48FD-B9C7-4B3EA6E0EFF6}" srcOrd="1" destOrd="0" presId="urn:microsoft.com/office/officeart/2018/2/layout/IconVerticalSolidList"/>
    <dgm:cxn modelId="{A81F2660-4A3E-4593-88F7-171FCF1316FD}" type="presParOf" srcId="{A9FA5B5C-DEE1-4567-9DB2-1A2256983510}" destId="{BE48BD45-4E42-4C29-964F-54C7EB6785C3}" srcOrd="2" destOrd="0" presId="urn:microsoft.com/office/officeart/2018/2/layout/IconVerticalSolidList"/>
    <dgm:cxn modelId="{E0F1D147-9110-4807-8C04-EC9490F645F3}" type="presParOf" srcId="{A9FA5B5C-DEE1-4567-9DB2-1A2256983510}" destId="{537623A7-996A-4B17-A16D-7D15FD6E560C}" srcOrd="3" destOrd="0" presId="urn:microsoft.com/office/officeart/2018/2/layout/IconVerticalSolidList"/>
    <dgm:cxn modelId="{9869D824-083C-4C34-ABB0-CF5D4ACFC27E}" type="presParOf" srcId="{9CF01280-A382-4486-9E2D-E97151BB4D64}" destId="{AEF1E785-FC31-4C58-A938-D4D0B2091BA4}" srcOrd="3" destOrd="0" presId="urn:microsoft.com/office/officeart/2018/2/layout/IconVerticalSolidList"/>
    <dgm:cxn modelId="{9E9C7292-9B85-45D2-94E0-7DF14DD3DF5E}" type="presParOf" srcId="{9CF01280-A382-4486-9E2D-E97151BB4D64}" destId="{CBD60B4B-A1B9-4DAC-AE9E-015B121E47FD}" srcOrd="4" destOrd="0" presId="urn:microsoft.com/office/officeart/2018/2/layout/IconVerticalSolidList"/>
    <dgm:cxn modelId="{4F12703D-994C-4382-8B84-EA4FA3D94DE0}" type="presParOf" srcId="{CBD60B4B-A1B9-4DAC-AE9E-015B121E47FD}" destId="{79167D95-4EE5-4440-9FBD-D2DCEDC09313}" srcOrd="0" destOrd="0" presId="urn:microsoft.com/office/officeart/2018/2/layout/IconVerticalSolidList"/>
    <dgm:cxn modelId="{E0088D79-3A37-4638-AD2B-9D401EC41A86}" type="presParOf" srcId="{CBD60B4B-A1B9-4DAC-AE9E-015B121E47FD}" destId="{B2794F2A-097A-4C1E-BF48-534F08D17311}" srcOrd="1" destOrd="0" presId="urn:microsoft.com/office/officeart/2018/2/layout/IconVerticalSolidList"/>
    <dgm:cxn modelId="{0D235F97-8296-461A-A733-FC512F462AFF}" type="presParOf" srcId="{CBD60B4B-A1B9-4DAC-AE9E-015B121E47FD}" destId="{EE09A949-8240-427E-82ED-9349442E2BA4}" srcOrd="2" destOrd="0" presId="urn:microsoft.com/office/officeart/2018/2/layout/IconVerticalSolidList"/>
    <dgm:cxn modelId="{EB0FA043-DA28-4F08-A5B9-668017B6B441}" type="presParOf" srcId="{CBD60B4B-A1B9-4DAC-AE9E-015B121E47FD}" destId="{70D1F7F1-B055-4539-9C90-A292E6B7D7C9}" srcOrd="3" destOrd="0" presId="urn:microsoft.com/office/officeart/2018/2/layout/IconVerticalSolidList"/>
    <dgm:cxn modelId="{7285D576-AD8A-4815-AF78-85F73630C3DF}" type="presParOf" srcId="{9CF01280-A382-4486-9E2D-E97151BB4D64}" destId="{45AF9F3B-A0A6-486D-89AB-6296FAA4D081}" srcOrd="5" destOrd="0" presId="urn:microsoft.com/office/officeart/2018/2/layout/IconVerticalSolidList"/>
    <dgm:cxn modelId="{D37B2415-2316-4A84-823D-3BC7AA035601}" type="presParOf" srcId="{9CF01280-A382-4486-9E2D-E97151BB4D64}" destId="{D233EFB0-9F53-4320-9E7E-E16335FD390C}" srcOrd="6" destOrd="0" presId="urn:microsoft.com/office/officeart/2018/2/layout/IconVerticalSolidList"/>
    <dgm:cxn modelId="{60AD4617-6C41-43D5-B0DA-9C4551081C78}" type="presParOf" srcId="{D233EFB0-9F53-4320-9E7E-E16335FD390C}" destId="{A0216240-C3D0-447B-8189-AEC86368EA79}" srcOrd="0" destOrd="0" presId="urn:microsoft.com/office/officeart/2018/2/layout/IconVerticalSolidList"/>
    <dgm:cxn modelId="{9F13C25A-0057-4C75-9E11-93EDD29EB6DA}" type="presParOf" srcId="{D233EFB0-9F53-4320-9E7E-E16335FD390C}" destId="{29FB66A5-63AF-42B9-9E57-9D0769CCC682}" srcOrd="1" destOrd="0" presId="urn:microsoft.com/office/officeart/2018/2/layout/IconVerticalSolidList"/>
    <dgm:cxn modelId="{E44FB943-D56C-43D1-A8E0-EC84311F493E}" type="presParOf" srcId="{D233EFB0-9F53-4320-9E7E-E16335FD390C}" destId="{07AABCDC-D08A-4DD1-9465-F10048101D19}" srcOrd="2" destOrd="0" presId="urn:microsoft.com/office/officeart/2018/2/layout/IconVerticalSolidList"/>
    <dgm:cxn modelId="{E1D8A532-7691-4777-B88A-1473AFC840CA}" type="presParOf" srcId="{D233EFB0-9F53-4320-9E7E-E16335FD390C}" destId="{753DDE80-C343-4AF7-A588-BA7CAD53130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8CEEBCD-21E6-4985-9EFF-ACEE96263AE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0CF3276-5ED1-4A64-90CD-B198E52DECCE}">
      <dgm:prSet/>
      <dgm:spPr/>
      <dgm:t>
        <a:bodyPr/>
        <a:lstStyle/>
        <a:p>
          <a:r>
            <a:rPr lang="en-IN"/>
            <a:t>Genre is a list of comma separated values </a:t>
          </a:r>
          <a:endParaRPr lang="en-US"/>
        </a:p>
      </dgm:t>
    </dgm:pt>
    <dgm:pt modelId="{FB5AF488-7087-4CAC-998B-E3912596291C}" type="parTrans" cxnId="{D7B04940-1A4B-4EA8-B1E2-C753C0924D05}">
      <dgm:prSet/>
      <dgm:spPr/>
      <dgm:t>
        <a:bodyPr/>
        <a:lstStyle/>
        <a:p>
          <a:endParaRPr lang="en-US"/>
        </a:p>
      </dgm:t>
    </dgm:pt>
    <dgm:pt modelId="{0C0A5DAA-243E-4854-8FFD-25BAD55719FF}" type="sibTrans" cxnId="{D7B04940-1A4B-4EA8-B1E2-C753C0924D05}">
      <dgm:prSet/>
      <dgm:spPr/>
      <dgm:t>
        <a:bodyPr/>
        <a:lstStyle/>
        <a:p>
          <a:endParaRPr lang="en-US"/>
        </a:p>
      </dgm:t>
    </dgm:pt>
    <dgm:pt modelId="{5A31F558-C357-4F9D-86E7-E2D4C1CC9035}">
      <dgm:prSet/>
      <dgm:spPr/>
      <dgm:t>
        <a:bodyPr/>
        <a:lstStyle/>
        <a:p>
          <a:r>
            <a:rPr lang="en-IN"/>
            <a:t>Identify all the unique genres</a:t>
          </a:r>
          <a:endParaRPr lang="en-US"/>
        </a:p>
      </dgm:t>
    </dgm:pt>
    <dgm:pt modelId="{48E6833B-042F-4C5D-9951-64C3AD37B653}" type="parTrans" cxnId="{A8A9E6C9-5AB1-4378-9C86-60643FFBF47B}">
      <dgm:prSet/>
      <dgm:spPr/>
      <dgm:t>
        <a:bodyPr/>
        <a:lstStyle/>
        <a:p>
          <a:endParaRPr lang="en-US"/>
        </a:p>
      </dgm:t>
    </dgm:pt>
    <dgm:pt modelId="{116B7166-20AA-4CE1-B1E8-699FE003AF15}" type="sibTrans" cxnId="{A8A9E6C9-5AB1-4378-9C86-60643FFBF47B}">
      <dgm:prSet/>
      <dgm:spPr/>
      <dgm:t>
        <a:bodyPr/>
        <a:lstStyle/>
        <a:p>
          <a:endParaRPr lang="en-US"/>
        </a:p>
      </dgm:t>
    </dgm:pt>
    <dgm:pt modelId="{6AC5898A-451F-47CB-9C08-A9C4BC0B66A0}">
      <dgm:prSet/>
      <dgm:spPr/>
      <dgm:t>
        <a:bodyPr/>
        <a:lstStyle/>
        <a:p>
          <a:r>
            <a:rPr lang="en-IN"/>
            <a:t>Create features for every genre and initialize the value to 0</a:t>
          </a:r>
          <a:endParaRPr lang="en-US"/>
        </a:p>
      </dgm:t>
    </dgm:pt>
    <dgm:pt modelId="{85E0001A-0CBD-4924-A0E0-911F9BF06545}" type="parTrans" cxnId="{F20A717E-1A16-4EB1-A546-73297264D566}">
      <dgm:prSet/>
      <dgm:spPr/>
      <dgm:t>
        <a:bodyPr/>
        <a:lstStyle/>
        <a:p>
          <a:endParaRPr lang="en-US"/>
        </a:p>
      </dgm:t>
    </dgm:pt>
    <dgm:pt modelId="{80AF1178-9DDD-4A75-8CDB-CDA94036D774}" type="sibTrans" cxnId="{F20A717E-1A16-4EB1-A546-73297264D566}">
      <dgm:prSet/>
      <dgm:spPr/>
      <dgm:t>
        <a:bodyPr/>
        <a:lstStyle/>
        <a:p>
          <a:endParaRPr lang="en-US"/>
        </a:p>
      </dgm:t>
    </dgm:pt>
    <dgm:pt modelId="{A8AFA1E5-F077-4139-A0DA-0C2C0C907570}">
      <dgm:prSet/>
      <dgm:spPr/>
      <dgm:t>
        <a:bodyPr/>
        <a:lstStyle/>
        <a:p>
          <a:r>
            <a:rPr lang="en-IN"/>
            <a:t>Update new features to 1 by checking for genres in list</a:t>
          </a:r>
          <a:endParaRPr lang="en-US"/>
        </a:p>
      </dgm:t>
    </dgm:pt>
    <dgm:pt modelId="{596824B4-604F-4247-AADA-03DF823DE9D3}" type="parTrans" cxnId="{B829A567-69CB-4681-A57C-BEDFAB4925B9}">
      <dgm:prSet/>
      <dgm:spPr/>
      <dgm:t>
        <a:bodyPr/>
        <a:lstStyle/>
        <a:p>
          <a:endParaRPr lang="en-US"/>
        </a:p>
      </dgm:t>
    </dgm:pt>
    <dgm:pt modelId="{3AA8E6BD-02C5-421B-8FF9-518F1EC9E254}" type="sibTrans" cxnId="{B829A567-69CB-4681-A57C-BEDFAB4925B9}">
      <dgm:prSet/>
      <dgm:spPr/>
      <dgm:t>
        <a:bodyPr/>
        <a:lstStyle/>
        <a:p>
          <a:endParaRPr lang="en-US"/>
        </a:p>
      </dgm:t>
    </dgm:pt>
    <dgm:pt modelId="{13143F08-1E33-4F11-8E11-88EBE4513CE0}" type="pres">
      <dgm:prSet presAssocID="{78CEEBCD-21E6-4985-9EFF-ACEE96263AE0}" presName="root" presStyleCnt="0">
        <dgm:presLayoutVars>
          <dgm:dir/>
          <dgm:resizeHandles val="exact"/>
        </dgm:presLayoutVars>
      </dgm:prSet>
      <dgm:spPr/>
    </dgm:pt>
    <dgm:pt modelId="{628E398E-1292-45BC-BE35-4CE2083BCB72}" type="pres">
      <dgm:prSet presAssocID="{E0CF3276-5ED1-4A64-90CD-B198E52DECCE}" presName="compNode" presStyleCnt="0"/>
      <dgm:spPr/>
    </dgm:pt>
    <dgm:pt modelId="{F898DB74-49B7-4CAA-97D5-7FA7E26C8A49}" type="pres">
      <dgm:prSet presAssocID="{E0CF3276-5ED1-4A64-90CD-B198E52DECCE}" presName="bgRect" presStyleLbl="bgShp" presStyleIdx="0" presStyleCnt="4"/>
      <dgm:spPr/>
    </dgm:pt>
    <dgm:pt modelId="{227453BC-2C2F-449A-B54A-CA48192DA365}" type="pres">
      <dgm:prSet presAssocID="{E0CF3276-5ED1-4A64-90CD-B198E52DECC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F9BFC79-E7C0-4655-AAD1-C9AE9B917190}" type="pres">
      <dgm:prSet presAssocID="{E0CF3276-5ED1-4A64-90CD-B198E52DECCE}" presName="spaceRect" presStyleCnt="0"/>
      <dgm:spPr/>
    </dgm:pt>
    <dgm:pt modelId="{59FE34B1-0D6D-467E-8D63-5FBA954A7D89}" type="pres">
      <dgm:prSet presAssocID="{E0CF3276-5ED1-4A64-90CD-B198E52DECCE}" presName="parTx" presStyleLbl="revTx" presStyleIdx="0" presStyleCnt="4">
        <dgm:presLayoutVars>
          <dgm:chMax val="0"/>
          <dgm:chPref val="0"/>
        </dgm:presLayoutVars>
      </dgm:prSet>
      <dgm:spPr/>
    </dgm:pt>
    <dgm:pt modelId="{8D641694-9C39-449A-97FD-502569586E92}" type="pres">
      <dgm:prSet presAssocID="{0C0A5DAA-243E-4854-8FFD-25BAD55719FF}" presName="sibTrans" presStyleCnt="0"/>
      <dgm:spPr/>
    </dgm:pt>
    <dgm:pt modelId="{2D802131-E8B1-48D5-947C-DF4CF382F860}" type="pres">
      <dgm:prSet presAssocID="{5A31F558-C357-4F9D-86E7-E2D4C1CC9035}" presName="compNode" presStyleCnt="0"/>
      <dgm:spPr/>
    </dgm:pt>
    <dgm:pt modelId="{03B23058-D156-408E-834F-7090F28F61CA}" type="pres">
      <dgm:prSet presAssocID="{5A31F558-C357-4F9D-86E7-E2D4C1CC9035}" presName="bgRect" presStyleLbl="bgShp" presStyleIdx="1" presStyleCnt="4"/>
      <dgm:spPr/>
    </dgm:pt>
    <dgm:pt modelId="{26324CEF-8113-4648-84A4-3AB0C78B21E3}" type="pres">
      <dgm:prSet presAssocID="{5A31F558-C357-4F9D-86E7-E2D4C1CC903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CC6A7A8B-36C9-448E-A858-0134E0155B50}" type="pres">
      <dgm:prSet presAssocID="{5A31F558-C357-4F9D-86E7-E2D4C1CC9035}" presName="spaceRect" presStyleCnt="0"/>
      <dgm:spPr/>
    </dgm:pt>
    <dgm:pt modelId="{57E095A7-37CA-441F-B5CA-F0EE615ECB35}" type="pres">
      <dgm:prSet presAssocID="{5A31F558-C357-4F9D-86E7-E2D4C1CC9035}" presName="parTx" presStyleLbl="revTx" presStyleIdx="1" presStyleCnt="4">
        <dgm:presLayoutVars>
          <dgm:chMax val="0"/>
          <dgm:chPref val="0"/>
        </dgm:presLayoutVars>
      </dgm:prSet>
      <dgm:spPr/>
    </dgm:pt>
    <dgm:pt modelId="{62698A8B-DD0A-49C4-9BCA-7F9000E007E2}" type="pres">
      <dgm:prSet presAssocID="{116B7166-20AA-4CE1-B1E8-699FE003AF15}" presName="sibTrans" presStyleCnt="0"/>
      <dgm:spPr/>
    </dgm:pt>
    <dgm:pt modelId="{905A834D-0F8D-4FF2-AF52-594A9A102A74}" type="pres">
      <dgm:prSet presAssocID="{6AC5898A-451F-47CB-9C08-A9C4BC0B66A0}" presName="compNode" presStyleCnt="0"/>
      <dgm:spPr/>
    </dgm:pt>
    <dgm:pt modelId="{551D2ABC-76BF-4090-981E-7908200AB065}" type="pres">
      <dgm:prSet presAssocID="{6AC5898A-451F-47CB-9C08-A9C4BC0B66A0}" presName="bgRect" presStyleLbl="bgShp" presStyleIdx="2" presStyleCnt="4"/>
      <dgm:spPr/>
    </dgm:pt>
    <dgm:pt modelId="{DB60E7F5-9DD3-4722-93A3-E3F2EF09D9AB}" type="pres">
      <dgm:prSet presAssocID="{6AC5898A-451F-47CB-9C08-A9C4BC0B66A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sic"/>
        </a:ext>
      </dgm:extLst>
    </dgm:pt>
    <dgm:pt modelId="{17292421-B0CF-40EE-BD1B-7AB0A56CC648}" type="pres">
      <dgm:prSet presAssocID="{6AC5898A-451F-47CB-9C08-A9C4BC0B66A0}" presName="spaceRect" presStyleCnt="0"/>
      <dgm:spPr/>
    </dgm:pt>
    <dgm:pt modelId="{AD7A345C-FAE9-4E8F-86ED-CEF8D731D4DA}" type="pres">
      <dgm:prSet presAssocID="{6AC5898A-451F-47CB-9C08-A9C4BC0B66A0}" presName="parTx" presStyleLbl="revTx" presStyleIdx="2" presStyleCnt="4">
        <dgm:presLayoutVars>
          <dgm:chMax val="0"/>
          <dgm:chPref val="0"/>
        </dgm:presLayoutVars>
      </dgm:prSet>
      <dgm:spPr/>
    </dgm:pt>
    <dgm:pt modelId="{62191203-60CC-48F0-8A97-31C7A6707FBE}" type="pres">
      <dgm:prSet presAssocID="{80AF1178-9DDD-4A75-8CDB-CDA94036D774}" presName="sibTrans" presStyleCnt="0"/>
      <dgm:spPr/>
    </dgm:pt>
    <dgm:pt modelId="{147BC4E6-0F3F-4610-8D67-4BE60815341A}" type="pres">
      <dgm:prSet presAssocID="{A8AFA1E5-F077-4139-A0DA-0C2C0C907570}" presName="compNode" presStyleCnt="0"/>
      <dgm:spPr/>
    </dgm:pt>
    <dgm:pt modelId="{9485010E-1F06-4EC9-84AC-B104117B406B}" type="pres">
      <dgm:prSet presAssocID="{A8AFA1E5-F077-4139-A0DA-0C2C0C907570}" presName="bgRect" presStyleLbl="bgShp" presStyleIdx="3" presStyleCnt="4"/>
      <dgm:spPr/>
    </dgm:pt>
    <dgm:pt modelId="{B4B687AE-CE32-4387-B93C-ECA68D247C8E}" type="pres">
      <dgm:prSet presAssocID="{A8AFA1E5-F077-4139-A0DA-0C2C0C90757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E320E575-D7B5-4E23-BC33-B0D8545048E6}" type="pres">
      <dgm:prSet presAssocID="{A8AFA1E5-F077-4139-A0DA-0C2C0C907570}" presName="spaceRect" presStyleCnt="0"/>
      <dgm:spPr/>
    </dgm:pt>
    <dgm:pt modelId="{45C77438-4D4E-4F71-8766-78CB1B62856B}" type="pres">
      <dgm:prSet presAssocID="{A8AFA1E5-F077-4139-A0DA-0C2C0C90757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7B04940-1A4B-4EA8-B1E2-C753C0924D05}" srcId="{78CEEBCD-21E6-4985-9EFF-ACEE96263AE0}" destId="{E0CF3276-5ED1-4A64-90CD-B198E52DECCE}" srcOrd="0" destOrd="0" parTransId="{FB5AF488-7087-4CAC-998B-E3912596291C}" sibTransId="{0C0A5DAA-243E-4854-8FFD-25BAD55719FF}"/>
    <dgm:cxn modelId="{A50C8962-D940-4DCE-BEA8-57D43B377EFD}" type="presOf" srcId="{78CEEBCD-21E6-4985-9EFF-ACEE96263AE0}" destId="{13143F08-1E33-4F11-8E11-88EBE4513CE0}" srcOrd="0" destOrd="0" presId="urn:microsoft.com/office/officeart/2018/2/layout/IconVerticalSolidList"/>
    <dgm:cxn modelId="{B829A567-69CB-4681-A57C-BEDFAB4925B9}" srcId="{78CEEBCD-21E6-4985-9EFF-ACEE96263AE0}" destId="{A8AFA1E5-F077-4139-A0DA-0C2C0C907570}" srcOrd="3" destOrd="0" parTransId="{596824B4-604F-4247-AADA-03DF823DE9D3}" sibTransId="{3AA8E6BD-02C5-421B-8FF9-518F1EC9E254}"/>
    <dgm:cxn modelId="{DFCA8551-1E51-474F-BC61-76C199E9243A}" type="presOf" srcId="{E0CF3276-5ED1-4A64-90CD-B198E52DECCE}" destId="{59FE34B1-0D6D-467E-8D63-5FBA954A7D89}" srcOrd="0" destOrd="0" presId="urn:microsoft.com/office/officeart/2018/2/layout/IconVerticalSolidList"/>
    <dgm:cxn modelId="{F20A717E-1A16-4EB1-A546-73297264D566}" srcId="{78CEEBCD-21E6-4985-9EFF-ACEE96263AE0}" destId="{6AC5898A-451F-47CB-9C08-A9C4BC0B66A0}" srcOrd="2" destOrd="0" parTransId="{85E0001A-0CBD-4924-A0E0-911F9BF06545}" sibTransId="{80AF1178-9DDD-4A75-8CDB-CDA94036D774}"/>
    <dgm:cxn modelId="{7F0D147F-BAE0-454E-BEC8-00A8AFE8D2DA}" type="presOf" srcId="{A8AFA1E5-F077-4139-A0DA-0C2C0C907570}" destId="{45C77438-4D4E-4F71-8766-78CB1B62856B}" srcOrd="0" destOrd="0" presId="urn:microsoft.com/office/officeart/2018/2/layout/IconVerticalSolidList"/>
    <dgm:cxn modelId="{A8A9E6C9-5AB1-4378-9C86-60643FFBF47B}" srcId="{78CEEBCD-21E6-4985-9EFF-ACEE96263AE0}" destId="{5A31F558-C357-4F9D-86E7-E2D4C1CC9035}" srcOrd="1" destOrd="0" parTransId="{48E6833B-042F-4C5D-9951-64C3AD37B653}" sibTransId="{116B7166-20AA-4CE1-B1E8-699FE003AF15}"/>
    <dgm:cxn modelId="{40AC19EB-FD00-4051-8C5D-4F5E2A966E77}" type="presOf" srcId="{6AC5898A-451F-47CB-9C08-A9C4BC0B66A0}" destId="{AD7A345C-FAE9-4E8F-86ED-CEF8D731D4DA}" srcOrd="0" destOrd="0" presId="urn:microsoft.com/office/officeart/2018/2/layout/IconVerticalSolidList"/>
    <dgm:cxn modelId="{D0392AF8-C3EA-4A14-8BCC-490F413C45EE}" type="presOf" srcId="{5A31F558-C357-4F9D-86E7-E2D4C1CC9035}" destId="{57E095A7-37CA-441F-B5CA-F0EE615ECB35}" srcOrd="0" destOrd="0" presId="urn:microsoft.com/office/officeart/2018/2/layout/IconVerticalSolidList"/>
    <dgm:cxn modelId="{0DB664D9-FFF6-4B43-9A55-A734ACC788CA}" type="presParOf" srcId="{13143F08-1E33-4F11-8E11-88EBE4513CE0}" destId="{628E398E-1292-45BC-BE35-4CE2083BCB72}" srcOrd="0" destOrd="0" presId="urn:microsoft.com/office/officeart/2018/2/layout/IconVerticalSolidList"/>
    <dgm:cxn modelId="{3DD0F7DE-CC29-4D1B-BB22-87CADF5BC7EA}" type="presParOf" srcId="{628E398E-1292-45BC-BE35-4CE2083BCB72}" destId="{F898DB74-49B7-4CAA-97D5-7FA7E26C8A49}" srcOrd="0" destOrd="0" presId="urn:microsoft.com/office/officeart/2018/2/layout/IconVerticalSolidList"/>
    <dgm:cxn modelId="{95832345-8495-4D9B-80A5-0B14C26060FD}" type="presParOf" srcId="{628E398E-1292-45BC-BE35-4CE2083BCB72}" destId="{227453BC-2C2F-449A-B54A-CA48192DA365}" srcOrd="1" destOrd="0" presId="urn:microsoft.com/office/officeart/2018/2/layout/IconVerticalSolidList"/>
    <dgm:cxn modelId="{21EE5AA9-36C0-4166-846E-D764939499ED}" type="presParOf" srcId="{628E398E-1292-45BC-BE35-4CE2083BCB72}" destId="{3F9BFC79-E7C0-4655-AAD1-C9AE9B917190}" srcOrd="2" destOrd="0" presId="urn:microsoft.com/office/officeart/2018/2/layout/IconVerticalSolidList"/>
    <dgm:cxn modelId="{76E2C8F4-2284-4AA4-AAC9-439921518257}" type="presParOf" srcId="{628E398E-1292-45BC-BE35-4CE2083BCB72}" destId="{59FE34B1-0D6D-467E-8D63-5FBA954A7D89}" srcOrd="3" destOrd="0" presId="urn:microsoft.com/office/officeart/2018/2/layout/IconVerticalSolidList"/>
    <dgm:cxn modelId="{E8DE7966-2713-4584-9B63-C22D25B5DB13}" type="presParOf" srcId="{13143F08-1E33-4F11-8E11-88EBE4513CE0}" destId="{8D641694-9C39-449A-97FD-502569586E92}" srcOrd="1" destOrd="0" presId="urn:microsoft.com/office/officeart/2018/2/layout/IconVerticalSolidList"/>
    <dgm:cxn modelId="{259D636E-EC5A-4FBB-9D05-365D58FC928B}" type="presParOf" srcId="{13143F08-1E33-4F11-8E11-88EBE4513CE0}" destId="{2D802131-E8B1-48D5-947C-DF4CF382F860}" srcOrd="2" destOrd="0" presId="urn:microsoft.com/office/officeart/2018/2/layout/IconVerticalSolidList"/>
    <dgm:cxn modelId="{1166616B-CBDB-4A2F-9C4C-A75BF8D2DE52}" type="presParOf" srcId="{2D802131-E8B1-48D5-947C-DF4CF382F860}" destId="{03B23058-D156-408E-834F-7090F28F61CA}" srcOrd="0" destOrd="0" presId="urn:microsoft.com/office/officeart/2018/2/layout/IconVerticalSolidList"/>
    <dgm:cxn modelId="{3E2E1522-F33E-40CB-8114-F9EA4E6CEE12}" type="presParOf" srcId="{2D802131-E8B1-48D5-947C-DF4CF382F860}" destId="{26324CEF-8113-4648-84A4-3AB0C78B21E3}" srcOrd="1" destOrd="0" presId="urn:microsoft.com/office/officeart/2018/2/layout/IconVerticalSolidList"/>
    <dgm:cxn modelId="{5F665A6B-7C3F-4C19-B23B-F0BE30DE374C}" type="presParOf" srcId="{2D802131-E8B1-48D5-947C-DF4CF382F860}" destId="{CC6A7A8B-36C9-448E-A858-0134E0155B50}" srcOrd="2" destOrd="0" presId="urn:microsoft.com/office/officeart/2018/2/layout/IconVerticalSolidList"/>
    <dgm:cxn modelId="{C85471AD-780D-4DDB-A360-71C9F8FA9C5F}" type="presParOf" srcId="{2D802131-E8B1-48D5-947C-DF4CF382F860}" destId="{57E095A7-37CA-441F-B5CA-F0EE615ECB35}" srcOrd="3" destOrd="0" presId="urn:microsoft.com/office/officeart/2018/2/layout/IconVerticalSolidList"/>
    <dgm:cxn modelId="{A1B238B4-E2CF-4D31-AE7A-9F4B78384646}" type="presParOf" srcId="{13143F08-1E33-4F11-8E11-88EBE4513CE0}" destId="{62698A8B-DD0A-49C4-9BCA-7F9000E007E2}" srcOrd="3" destOrd="0" presId="urn:microsoft.com/office/officeart/2018/2/layout/IconVerticalSolidList"/>
    <dgm:cxn modelId="{AF316BF2-170B-4EE7-95FA-7AAB7245B227}" type="presParOf" srcId="{13143F08-1E33-4F11-8E11-88EBE4513CE0}" destId="{905A834D-0F8D-4FF2-AF52-594A9A102A74}" srcOrd="4" destOrd="0" presId="urn:microsoft.com/office/officeart/2018/2/layout/IconVerticalSolidList"/>
    <dgm:cxn modelId="{05F5174B-186B-4F92-BF58-33AAE1085EC3}" type="presParOf" srcId="{905A834D-0F8D-4FF2-AF52-594A9A102A74}" destId="{551D2ABC-76BF-4090-981E-7908200AB065}" srcOrd="0" destOrd="0" presId="urn:microsoft.com/office/officeart/2018/2/layout/IconVerticalSolidList"/>
    <dgm:cxn modelId="{9DF0E010-66E3-42FF-B7C6-3E310FD1EA61}" type="presParOf" srcId="{905A834D-0F8D-4FF2-AF52-594A9A102A74}" destId="{DB60E7F5-9DD3-4722-93A3-E3F2EF09D9AB}" srcOrd="1" destOrd="0" presId="urn:microsoft.com/office/officeart/2018/2/layout/IconVerticalSolidList"/>
    <dgm:cxn modelId="{05C5008D-7C84-4E82-B3F3-CFB72BF67CFE}" type="presParOf" srcId="{905A834D-0F8D-4FF2-AF52-594A9A102A74}" destId="{17292421-B0CF-40EE-BD1B-7AB0A56CC648}" srcOrd="2" destOrd="0" presId="urn:microsoft.com/office/officeart/2018/2/layout/IconVerticalSolidList"/>
    <dgm:cxn modelId="{2D88BE76-BA95-46B4-86F4-D1108D6B0D2A}" type="presParOf" srcId="{905A834D-0F8D-4FF2-AF52-594A9A102A74}" destId="{AD7A345C-FAE9-4E8F-86ED-CEF8D731D4DA}" srcOrd="3" destOrd="0" presId="urn:microsoft.com/office/officeart/2018/2/layout/IconVerticalSolidList"/>
    <dgm:cxn modelId="{11A1FAB4-AB85-4F1A-A7C7-F07F905C9B07}" type="presParOf" srcId="{13143F08-1E33-4F11-8E11-88EBE4513CE0}" destId="{62191203-60CC-48F0-8A97-31C7A6707FBE}" srcOrd="5" destOrd="0" presId="urn:microsoft.com/office/officeart/2018/2/layout/IconVerticalSolidList"/>
    <dgm:cxn modelId="{4ADAD3CC-8CEF-4A00-AD43-A0F6D9A5A047}" type="presParOf" srcId="{13143F08-1E33-4F11-8E11-88EBE4513CE0}" destId="{147BC4E6-0F3F-4610-8D67-4BE60815341A}" srcOrd="6" destOrd="0" presId="urn:microsoft.com/office/officeart/2018/2/layout/IconVerticalSolidList"/>
    <dgm:cxn modelId="{EEB60EB5-CF30-4A9C-9502-075EADC89546}" type="presParOf" srcId="{147BC4E6-0F3F-4610-8D67-4BE60815341A}" destId="{9485010E-1F06-4EC9-84AC-B104117B406B}" srcOrd="0" destOrd="0" presId="urn:microsoft.com/office/officeart/2018/2/layout/IconVerticalSolidList"/>
    <dgm:cxn modelId="{1738FF79-73F5-4430-AC72-F6F9F211B05A}" type="presParOf" srcId="{147BC4E6-0F3F-4610-8D67-4BE60815341A}" destId="{B4B687AE-CE32-4387-B93C-ECA68D247C8E}" srcOrd="1" destOrd="0" presId="urn:microsoft.com/office/officeart/2018/2/layout/IconVerticalSolidList"/>
    <dgm:cxn modelId="{572E94F4-5457-43C8-9136-78D8BD16084E}" type="presParOf" srcId="{147BC4E6-0F3F-4610-8D67-4BE60815341A}" destId="{E320E575-D7B5-4E23-BC33-B0D8545048E6}" srcOrd="2" destOrd="0" presId="urn:microsoft.com/office/officeart/2018/2/layout/IconVerticalSolidList"/>
    <dgm:cxn modelId="{761A3144-3A17-4CCE-A152-1C78199AADE3}" type="presParOf" srcId="{147BC4E6-0F3F-4610-8D67-4BE60815341A}" destId="{45C77438-4D4E-4F71-8766-78CB1B62856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A149B2B-A6AC-4B93-8E9D-5AA9E35C905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A4EDE38-2C93-427A-889B-B91D9BD13746}">
      <dgm:prSet/>
      <dgm:spPr/>
      <dgm:t>
        <a:bodyPr/>
        <a:lstStyle/>
        <a:p>
          <a:r>
            <a:rPr lang="en-IN"/>
            <a:t>Build BERT contextual sentence embeddings </a:t>
          </a:r>
          <a:endParaRPr lang="en-US"/>
        </a:p>
      </dgm:t>
    </dgm:pt>
    <dgm:pt modelId="{8A36B356-33DD-4F26-A3CB-2008A9DF9846}" type="parTrans" cxnId="{EE1BE694-9A1B-4FA4-BEC9-CCBF6FA8F0AB}">
      <dgm:prSet/>
      <dgm:spPr/>
      <dgm:t>
        <a:bodyPr/>
        <a:lstStyle/>
        <a:p>
          <a:endParaRPr lang="en-US"/>
        </a:p>
      </dgm:t>
    </dgm:pt>
    <dgm:pt modelId="{0CC66D8D-E64F-4E07-B4BA-2AD76FE41A67}" type="sibTrans" cxnId="{EE1BE694-9A1B-4FA4-BEC9-CCBF6FA8F0AB}">
      <dgm:prSet/>
      <dgm:spPr/>
      <dgm:t>
        <a:bodyPr/>
        <a:lstStyle/>
        <a:p>
          <a:endParaRPr lang="en-US"/>
        </a:p>
      </dgm:t>
    </dgm:pt>
    <dgm:pt modelId="{2EC4EAFC-EFCC-4D9F-BD1D-57FC2077A89A}">
      <dgm:prSet/>
      <dgm:spPr/>
      <dgm:t>
        <a:bodyPr/>
        <a:lstStyle/>
        <a:p>
          <a:r>
            <a:rPr lang="en-US" b="0" i="0"/>
            <a:t>Sentence embeddings are numerical ways of representing a sentence</a:t>
          </a:r>
          <a:endParaRPr lang="en-US"/>
        </a:p>
      </dgm:t>
    </dgm:pt>
    <dgm:pt modelId="{78F10058-7858-4AD8-A04C-ABDD5FC852ED}" type="parTrans" cxnId="{E003143F-54A8-4649-9302-CDDB95945B7F}">
      <dgm:prSet/>
      <dgm:spPr/>
      <dgm:t>
        <a:bodyPr/>
        <a:lstStyle/>
        <a:p>
          <a:endParaRPr lang="en-US"/>
        </a:p>
      </dgm:t>
    </dgm:pt>
    <dgm:pt modelId="{76BB2170-2331-4D72-A909-AAD1DB132CDA}" type="sibTrans" cxnId="{E003143F-54A8-4649-9302-CDDB95945B7F}">
      <dgm:prSet/>
      <dgm:spPr/>
      <dgm:t>
        <a:bodyPr/>
        <a:lstStyle/>
        <a:p>
          <a:endParaRPr lang="en-US"/>
        </a:p>
      </dgm:t>
    </dgm:pt>
    <dgm:pt modelId="{C67DE385-137F-4447-B5E4-5BCF262374FE}">
      <dgm:prSet/>
      <dgm:spPr/>
      <dgm:t>
        <a:bodyPr/>
        <a:lstStyle/>
        <a:p>
          <a:r>
            <a:rPr lang="en-US"/>
            <a:t>Reduced dimensions from 768 to 200 using UMAP</a:t>
          </a:r>
        </a:p>
      </dgm:t>
    </dgm:pt>
    <dgm:pt modelId="{80AEADFE-361D-4086-9C7C-F9DA730EB6F1}" type="parTrans" cxnId="{62ACA4F1-B94E-416C-A3FF-6E81036E9E78}">
      <dgm:prSet/>
      <dgm:spPr/>
      <dgm:t>
        <a:bodyPr/>
        <a:lstStyle/>
        <a:p>
          <a:endParaRPr lang="en-US"/>
        </a:p>
      </dgm:t>
    </dgm:pt>
    <dgm:pt modelId="{7F4A0988-3E11-43B2-A5AC-72FE5256D55F}" type="sibTrans" cxnId="{62ACA4F1-B94E-416C-A3FF-6E81036E9E78}">
      <dgm:prSet/>
      <dgm:spPr/>
      <dgm:t>
        <a:bodyPr/>
        <a:lstStyle/>
        <a:p>
          <a:endParaRPr lang="en-US"/>
        </a:p>
      </dgm:t>
    </dgm:pt>
    <dgm:pt modelId="{4DDED31A-5100-4922-B7CB-E48ABF09DB97}">
      <dgm:prSet/>
      <dgm:spPr/>
      <dgm:t>
        <a:bodyPr/>
        <a:lstStyle/>
        <a:p>
          <a:r>
            <a:rPr lang="en-US"/>
            <a:t>UMAP is a reduction technique that prevents loss of information</a:t>
          </a:r>
        </a:p>
      </dgm:t>
    </dgm:pt>
    <dgm:pt modelId="{9D581258-E1E2-46F8-8B7E-95112D470A14}" type="parTrans" cxnId="{39264397-4519-42E9-91A8-E7CBA86A7CD2}">
      <dgm:prSet/>
      <dgm:spPr/>
      <dgm:t>
        <a:bodyPr/>
        <a:lstStyle/>
        <a:p>
          <a:endParaRPr lang="en-US"/>
        </a:p>
      </dgm:t>
    </dgm:pt>
    <dgm:pt modelId="{FFA1AA4E-70DE-4A54-95D3-6F21F8F59FB3}" type="sibTrans" cxnId="{39264397-4519-42E9-91A8-E7CBA86A7CD2}">
      <dgm:prSet/>
      <dgm:spPr/>
      <dgm:t>
        <a:bodyPr/>
        <a:lstStyle/>
        <a:p>
          <a:endParaRPr lang="en-US"/>
        </a:p>
      </dgm:t>
    </dgm:pt>
    <dgm:pt modelId="{22B80BDA-376E-4551-8891-7EDF1191FFFE}" type="pres">
      <dgm:prSet presAssocID="{0A149B2B-A6AC-4B93-8E9D-5AA9E35C9054}" presName="root" presStyleCnt="0">
        <dgm:presLayoutVars>
          <dgm:dir/>
          <dgm:resizeHandles val="exact"/>
        </dgm:presLayoutVars>
      </dgm:prSet>
      <dgm:spPr/>
    </dgm:pt>
    <dgm:pt modelId="{56D2517B-2B21-4128-8136-6F4C4E862A51}" type="pres">
      <dgm:prSet presAssocID="{0A4EDE38-2C93-427A-889B-B91D9BD13746}" presName="compNode" presStyleCnt="0"/>
      <dgm:spPr/>
    </dgm:pt>
    <dgm:pt modelId="{116FF440-FEF4-428B-B423-AB78AE9D16C5}" type="pres">
      <dgm:prSet presAssocID="{0A4EDE38-2C93-427A-889B-B91D9BD13746}" presName="bgRect" presStyleLbl="bgShp" presStyleIdx="0" presStyleCnt="4"/>
      <dgm:spPr/>
    </dgm:pt>
    <dgm:pt modelId="{D386E6E5-B1E0-4F5D-8B70-9D7DAAD4A92C}" type="pres">
      <dgm:prSet presAssocID="{0A4EDE38-2C93-427A-889B-B91D9BD1374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BEE3D11-9119-4AC9-A2AF-9AED2D8C52A2}" type="pres">
      <dgm:prSet presAssocID="{0A4EDE38-2C93-427A-889B-B91D9BD13746}" presName="spaceRect" presStyleCnt="0"/>
      <dgm:spPr/>
    </dgm:pt>
    <dgm:pt modelId="{1DAD6F14-C9FF-4DF5-8807-65EDA33C2046}" type="pres">
      <dgm:prSet presAssocID="{0A4EDE38-2C93-427A-889B-B91D9BD13746}" presName="parTx" presStyleLbl="revTx" presStyleIdx="0" presStyleCnt="4">
        <dgm:presLayoutVars>
          <dgm:chMax val="0"/>
          <dgm:chPref val="0"/>
        </dgm:presLayoutVars>
      </dgm:prSet>
      <dgm:spPr/>
    </dgm:pt>
    <dgm:pt modelId="{51F14038-203B-4E91-B23F-9A4A3210CE59}" type="pres">
      <dgm:prSet presAssocID="{0CC66D8D-E64F-4E07-B4BA-2AD76FE41A67}" presName="sibTrans" presStyleCnt="0"/>
      <dgm:spPr/>
    </dgm:pt>
    <dgm:pt modelId="{C3011A68-233E-4E00-A63E-BE29D8DBE9B7}" type="pres">
      <dgm:prSet presAssocID="{2EC4EAFC-EFCC-4D9F-BD1D-57FC2077A89A}" presName="compNode" presStyleCnt="0"/>
      <dgm:spPr/>
    </dgm:pt>
    <dgm:pt modelId="{470BE45A-86EF-471E-AA6B-2F606D8A56DB}" type="pres">
      <dgm:prSet presAssocID="{2EC4EAFC-EFCC-4D9F-BD1D-57FC2077A89A}" presName="bgRect" presStyleLbl="bgShp" presStyleIdx="1" presStyleCnt="4"/>
      <dgm:spPr/>
    </dgm:pt>
    <dgm:pt modelId="{C8F08C8E-9914-44B0-9483-0B1F33EF49DC}" type="pres">
      <dgm:prSet presAssocID="{2EC4EAFC-EFCC-4D9F-BD1D-57FC2077A89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D9670B50-556C-4F95-92F1-B1E00D21BB3C}" type="pres">
      <dgm:prSet presAssocID="{2EC4EAFC-EFCC-4D9F-BD1D-57FC2077A89A}" presName="spaceRect" presStyleCnt="0"/>
      <dgm:spPr/>
    </dgm:pt>
    <dgm:pt modelId="{DD3C9ADC-43F8-4A0C-B859-402100CB0EB1}" type="pres">
      <dgm:prSet presAssocID="{2EC4EAFC-EFCC-4D9F-BD1D-57FC2077A89A}" presName="parTx" presStyleLbl="revTx" presStyleIdx="1" presStyleCnt="4">
        <dgm:presLayoutVars>
          <dgm:chMax val="0"/>
          <dgm:chPref val="0"/>
        </dgm:presLayoutVars>
      </dgm:prSet>
      <dgm:spPr/>
    </dgm:pt>
    <dgm:pt modelId="{6E181551-3241-45A8-9582-D295A94C6B02}" type="pres">
      <dgm:prSet presAssocID="{76BB2170-2331-4D72-A909-AAD1DB132CDA}" presName="sibTrans" presStyleCnt="0"/>
      <dgm:spPr/>
    </dgm:pt>
    <dgm:pt modelId="{35A7F06A-01A7-4273-9520-783E8BC36004}" type="pres">
      <dgm:prSet presAssocID="{C67DE385-137F-4447-B5E4-5BCF262374FE}" presName="compNode" presStyleCnt="0"/>
      <dgm:spPr/>
    </dgm:pt>
    <dgm:pt modelId="{1246B131-C7EB-438A-A36B-BE644BEC06B5}" type="pres">
      <dgm:prSet presAssocID="{C67DE385-137F-4447-B5E4-5BCF262374FE}" presName="bgRect" presStyleLbl="bgShp" presStyleIdx="2" presStyleCnt="4"/>
      <dgm:spPr/>
    </dgm:pt>
    <dgm:pt modelId="{89FD1AD4-0916-4E1D-9EAD-207D07D914AA}" type="pres">
      <dgm:prSet presAssocID="{C67DE385-137F-4447-B5E4-5BCF262374F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me"/>
        </a:ext>
      </dgm:extLst>
    </dgm:pt>
    <dgm:pt modelId="{D71B65D9-A63A-4608-960C-EB25D42B27A0}" type="pres">
      <dgm:prSet presAssocID="{C67DE385-137F-4447-B5E4-5BCF262374FE}" presName="spaceRect" presStyleCnt="0"/>
      <dgm:spPr/>
    </dgm:pt>
    <dgm:pt modelId="{F47DBB42-6BBE-4502-9AE9-19328DF8FDA7}" type="pres">
      <dgm:prSet presAssocID="{C67DE385-137F-4447-B5E4-5BCF262374FE}" presName="parTx" presStyleLbl="revTx" presStyleIdx="2" presStyleCnt="4">
        <dgm:presLayoutVars>
          <dgm:chMax val="0"/>
          <dgm:chPref val="0"/>
        </dgm:presLayoutVars>
      </dgm:prSet>
      <dgm:spPr/>
    </dgm:pt>
    <dgm:pt modelId="{1F643C72-6057-40D0-BB1A-59CBBEDD9342}" type="pres">
      <dgm:prSet presAssocID="{7F4A0988-3E11-43B2-A5AC-72FE5256D55F}" presName="sibTrans" presStyleCnt="0"/>
      <dgm:spPr/>
    </dgm:pt>
    <dgm:pt modelId="{78A480B2-8E8E-447F-8AD8-497C74238265}" type="pres">
      <dgm:prSet presAssocID="{4DDED31A-5100-4922-B7CB-E48ABF09DB97}" presName="compNode" presStyleCnt="0"/>
      <dgm:spPr/>
    </dgm:pt>
    <dgm:pt modelId="{2B5AFE4F-31C5-458C-AB8B-1D48C9765028}" type="pres">
      <dgm:prSet presAssocID="{4DDED31A-5100-4922-B7CB-E48ABF09DB97}" presName="bgRect" presStyleLbl="bgShp" presStyleIdx="3" presStyleCnt="4"/>
      <dgm:spPr/>
    </dgm:pt>
    <dgm:pt modelId="{5651F500-DC61-459E-BE63-85485A43B931}" type="pres">
      <dgm:prSet presAssocID="{4DDED31A-5100-4922-B7CB-E48ABF09DB9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77F81EB-65C1-4F18-BBF8-6701F46810BE}" type="pres">
      <dgm:prSet presAssocID="{4DDED31A-5100-4922-B7CB-E48ABF09DB97}" presName="spaceRect" presStyleCnt="0"/>
      <dgm:spPr/>
    </dgm:pt>
    <dgm:pt modelId="{2A0C8D1B-712C-473A-A6D3-74C75050FF9C}" type="pres">
      <dgm:prSet presAssocID="{4DDED31A-5100-4922-B7CB-E48ABF09DB9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9501C0F-7E7D-43DE-8C70-6D1C483D5011}" type="presOf" srcId="{4DDED31A-5100-4922-B7CB-E48ABF09DB97}" destId="{2A0C8D1B-712C-473A-A6D3-74C75050FF9C}" srcOrd="0" destOrd="0" presId="urn:microsoft.com/office/officeart/2018/2/layout/IconVerticalSolidList"/>
    <dgm:cxn modelId="{4D005F19-B558-47B8-BD09-8B144A7C1B13}" type="presOf" srcId="{C67DE385-137F-4447-B5E4-5BCF262374FE}" destId="{F47DBB42-6BBE-4502-9AE9-19328DF8FDA7}" srcOrd="0" destOrd="0" presId="urn:microsoft.com/office/officeart/2018/2/layout/IconVerticalSolidList"/>
    <dgm:cxn modelId="{8FC1F538-759E-48C7-ADB4-8254B5BFD2F1}" type="presOf" srcId="{0A149B2B-A6AC-4B93-8E9D-5AA9E35C9054}" destId="{22B80BDA-376E-4551-8891-7EDF1191FFFE}" srcOrd="0" destOrd="0" presId="urn:microsoft.com/office/officeart/2018/2/layout/IconVerticalSolidList"/>
    <dgm:cxn modelId="{E003143F-54A8-4649-9302-CDDB95945B7F}" srcId="{0A149B2B-A6AC-4B93-8E9D-5AA9E35C9054}" destId="{2EC4EAFC-EFCC-4D9F-BD1D-57FC2077A89A}" srcOrd="1" destOrd="0" parTransId="{78F10058-7858-4AD8-A04C-ABDD5FC852ED}" sibTransId="{76BB2170-2331-4D72-A909-AAD1DB132CDA}"/>
    <dgm:cxn modelId="{EE1BE694-9A1B-4FA4-BEC9-CCBF6FA8F0AB}" srcId="{0A149B2B-A6AC-4B93-8E9D-5AA9E35C9054}" destId="{0A4EDE38-2C93-427A-889B-B91D9BD13746}" srcOrd="0" destOrd="0" parTransId="{8A36B356-33DD-4F26-A3CB-2008A9DF9846}" sibTransId="{0CC66D8D-E64F-4E07-B4BA-2AD76FE41A67}"/>
    <dgm:cxn modelId="{39264397-4519-42E9-91A8-E7CBA86A7CD2}" srcId="{0A149B2B-A6AC-4B93-8E9D-5AA9E35C9054}" destId="{4DDED31A-5100-4922-B7CB-E48ABF09DB97}" srcOrd="3" destOrd="0" parTransId="{9D581258-E1E2-46F8-8B7E-95112D470A14}" sibTransId="{FFA1AA4E-70DE-4A54-95D3-6F21F8F59FB3}"/>
    <dgm:cxn modelId="{C53A78EB-0066-4926-A5FC-E671BB3C04D8}" type="presOf" srcId="{2EC4EAFC-EFCC-4D9F-BD1D-57FC2077A89A}" destId="{DD3C9ADC-43F8-4A0C-B859-402100CB0EB1}" srcOrd="0" destOrd="0" presId="urn:microsoft.com/office/officeart/2018/2/layout/IconVerticalSolidList"/>
    <dgm:cxn modelId="{62ACA4F1-B94E-416C-A3FF-6E81036E9E78}" srcId="{0A149B2B-A6AC-4B93-8E9D-5AA9E35C9054}" destId="{C67DE385-137F-4447-B5E4-5BCF262374FE}" srcOrd="2" destOrd="0" parTransId="{80AEADFE-361D-4086-9C7C-F9DA730EB6F1}" sibTransId="{7F4A0988-3E11-43B2-A5AC-72FE5256D55F}"/>
    <dgm:cxn modelId="{C77398FF-F5D1-4AB5-B041-ED58FDEAB54D}" type="presOf" srcId="{0A4EDE38-2C93-427A-889B-B91D9BD13746}" destId="{1DAD6F14-C9FF-4DF5-8807-65EDA33C2046}" srcOrd="0" destOrd="0" presId="urn:microsoft.com/office/officeart/2018/2/layout/IconVerticalSolidList"/>
    <dgm:cxn modelId="{470CACBC-7284-47EC-A67D-4862B44029FB}" type="presParOf" srcId="{22B80BDA-376E-4551-8891-7EDF1191FFFE}" destId="{56D2517B-2B21-4128-8136-6F4C4E862A51}" srcOrd="0" destOrd="0" presId="urn:microsoft.com/office/officeart/2018/2/layout/IconVerticalSolidList"/>
    <dgm:cxn modelId="{285256FE-F382-4B6A-852B-0557C2586AD9}" type="presParOf" srcId="{56D2517B-2B21-4128-8136-6F4C4E862A51}" destId="{116FF440-FEF4-428B-B423-AB78AE9D16C5}" srcOrd="0" destOrd="0" presId="urn:microsoft.com/office/officeart/2018/2/layout/IconVerticalSolidList"/>
    <dgm:cxn modelId="{7488F2C4-B38C-4539-8C08-7829A1169BC2}" type="presParOf" srcId="{56D2517B-2B21-4128-8136-6F4C4E862A51}" destId="{D386E6E5-B1E0-4F5D-8B70-9D7DAAD4A92C}" srcOrd="1" destOrd="0" presId="urn:microsoft.com/office/officeart/2018/2/layout/IconVerticalSolidList"/>
    <dgm:cxn modelId="{916E1048-403F-4110-A7DA-313DDFD576CD}" type="presParOf" srcId="{56D2517B-2B21-4128-8136-6F4C4E862A51}" destId="{ABEE3D11-9119-4AC9-A2AF-9AED2D8C52A2}" srcOrd="2" destOrd="0" presId="urn:microsoft.com/office/officeart/2018/2/layout/IconVerticalSolidList"/>
    <dgm:cxn modelId="{64BE7F3E-FD1C-4544-A838-D2CB3700EB1B}" type="presParOf" srcId="{56D2517B-2B21-4128-8136-6F4C4E862A51}" destId="{1DAD6F14-C9FF-4DF5-8807-65EDA33C2046}" srcOrd="3" destOrd="0" presId="urn:microsoft.com/office/officeart/2018/2/layout/IconVerticalSolidList"/>
    <dgm:cxn modelId="{6043C282-345F-4475-B076-5519E010668B}" type="presParOf" srcId="{22B80BDA-376E-4551-8891-7EDF1191FFFE}" destId="{51F14038-203B-4E91-B23F-9A4A3210CE59}" srcOrd="1" destOrd="0" presId="urn:microsoft.com/office/officeart/2018/2/layout/IconVerticalSolidList"/>
    <dgm:cxn modelId="{CC0F9E59-A614-4E47-9D95-445210EB4E6A}" type="presParOf" srcId="{22B80BDA-376E-4551-8891-7EDF1191FFFE}" destId="{C3011A68-233E-4E00-A63E-BE29D8DBE9B7}" srcOrd="2" destOrd="0" presId="urn:microsoft.com/office/officeart/2018/2/layout/IconVerticalSolidList"/>
    <dgm:cxn modelId="{02119033-11AF-49F4-B12F-BD52141FA160}" type="presParOf" srcId="{C3011A68-233E-4E00-A63E-BE29D8DBE9B7}" destId="{470BE45A-86EF-471E-AA6B-2F606D8A56DB}" srcOrd="0" destOrd="0" presId="urn:microsoft.com/office/officeart/2018/2/layout/IconVerticalSolidList"/>
    <dgm:cxn modelId="{E90BA134-014F-4985-9745-4119F2A12217}" type="presParOf" srcId="{C3011A68-233E-4E00-A63E-BE29D8DBE9B7}" destId="{C8F08C8E-9914-44B0-9483-0B1F33EF49DC}" srcOrd="1" destOrd="0" presId="urn:microsoft.com/office/officeart/2018/2/layout/IconVerticalSolidList"/>
    <dgm:cxn modelId="{8E282D36-2206-4D69-B140-AF5385458EC9}" type="presParOf" srcId="{C3011A68-233E-4E00-A63E-BE29D8DBE9B7}" destId="{D9670B50-556C-4F95-92F1-B1E00D21BB3C}" srcOrd="2" destOrd="0" presId="urn:microsoft.com/office/officeart/2018/2/layout/IconVerticalSolidList"/>
    <dgm:cxn modelId="{F3B9E490-53CD-49FF-8CAD-3F8699C2CE77}" type="presParOf" srcId="{C3011A68-233E-4E00-A63E-BE29D8DBE9B7}" destId="{DD3C9ADC-43F8-4A0C-B859-402100CB0EB1}" srcOrd="3" destOrd="0" presId="urn:microsoft.com/office/officeart/2018/2/layout/IconVerticalSolidList"/>
    <dgm:cxn modelId="{06C12B77-69D4-4E45-B9B8-94B0C6763F0C}" type="presParOf" srcId="{22B80BDA-376E-4551-8891-7EDF1191FFFE}" destId="{6E181551-3241-45A8-9582-D295A94C6B02}" srcOrd="3" destOrd="0" presId="urn:microsoft.com/office/officeart/2018/2/layout/IconVerticalSolidList"/>
    <dgm:cxn modelId="{F7758580-933F-45FC-8418-8FBD9423B733}" type="presParOf" srcId="{22B80BDA-376E-4551-8891-7EDF1191FFFE}" destId="{35A7F06A-01A7-4273-9520-783E8BC36004}" srcOrd="4" destOrd="0" presId="urn:microsoft.com/office/officeart/2018/2/layout/IconVerticalSolidList"/>
    <dgm:cxn modelId="{61A07DF5-BBE5-4570-B5C4-4E438CA21EC9}" type="presParOf" srcId="{35A7F06A-01A7-4273-9520-783E8BC36004}" destId="{1246B131-C7EB-438A-A36B-BE644BEC06B5}" srcOrd="0" destOrd="0" presId="urn:microsoft.com/office/officeart/2018/2/layout/IconVerticalSolidList"/>
    <dgm:cxn modelId="{BB584D92-82F0-4597-B9EC-95BD4ECD58E2}" type="presParOf" srcId="{35A7F06A-01A7-4273-9520-783E8BC36004}" destId="{89FD1AD4-0916-4E1D-9EAD-207D07D914AA}" srcOrd="1" destOrd="0" presId="urn:microsoft.com/office/officeart/2018/2/layout/IconVerticalSolidList"/>
    <dgm:cxn modelId="{E1697658-7A0D-435E-8588-E864A2EDE321}" type="presParOf" srcId="{35A7F06A-01A7-4273-9520-783E8BC36004}" destId="{D71B65D9-A63A-4608-960C-EB25D42B27A0}" srcOrd="2" destOrd="0" presId="urn:microsoft.com/office/officeart/2018/2/layout/IconVerticalSolidList"/>
    <dgm:cxn modelId="{8ED7440E-EB03-47FB-81E9-C5915BEAD914}" type="presParOf" srcId="{35A7F06A-01A7-4273-9520-783E8BC36004}" destId="{F47DBB42-6BBE-4502-9AE9-19328DF8FDA7}" srcOrd="3" destOrd="0" presId="urn:microsoft.com/office/officeart/2018/2/layout/IconVerticalSolidList"/>
    <dgm:cxn modelId="{3C31AF84-FEB5-42B5-A734-A62077DCDE3D}" type="presParOf" srcId="{22B80BDA-376E-4551-8891-7EDF1191FFFE}" destId="{1F643C72-6057-40D0-BB1A-59CBBEDD9342}" srcOrd="5" destOrd="0" presId="urn:microsoft.com/office/officeart/2018/2/layout/IconVerticalSolidList"/>
    <dgm:cxn modelId="{3D258C09-709F-4E99-8CF3-686DEDC25089}" type="presParOf" srcId="{22B80BDA-376E-4551-8891-7EDF1191FFFE}" destId="{78A480B2-8E8E-447F-8AD8-497C74238265}" srcOrd="6" destOrd="0" presId="urn:microsoft.com/office/officeart/2018/2/layout/IconVerticalSolidList"/>
    <dgm:cxn modelId="{BD34D730-55C7-436F-B027-007E7C56E7B9}" type="presParOf" srcId="{78A480B2-8E8E-447F-8AD8-497C74238265}" destId="{2B5AFE4F-31C5-458C-AB8B-1D48C9765028}" srcOrd="0" destOrd="0" presId="urn:microsoft.com/office/officeart/2018/2/layout/IconVerticalSolidList"/>
    <dgm:cxn modelId="{33DA66B0-B0BF-4245-9FAA-24945BC2FCBE}" type="presParOf" srcId="{78A480B2-8E8E-447F-8AD8-497C74238265}" destId="{5651F500-DC61-459E-BE63-85485A43B931}" srcOrd="1" destOrd="0" presId="urn:microsoft.com/office/officeart/2018/2/layout/IconVerticalSolidList"/>
    <dgm:cxn modelId="{B2B59C32-96A1-4092-9BB7-65CD7DA9EE57}" type="presParOf" srcId="{78A480B2-8E8E-447F-8AD8-497C74238265}" destId="{A77F81EB-65C1-4F18-BBF8-6701F46810BE}" srcOrd="2" destOrd="0" presId="urn:microsoft.com/office/officeart/2018/2/layout/IconVerticalSolidList"/>
    <dgm:cxn modelId="{FDD11275-0609-4844-9C69-770872D1A7AB}" type="presParOf" srcId="{78A480B2-8E8E-447F-8AD8-497C74238265}" destId="{2A0C8D1B-712C-473A-A6D3-74C75050FF9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7B8AE59-9A59-4AB8-B48D-C8CC03D9EE5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0F64B59-5491-401D-9781-B477719A2A8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/>
            <a:t>HDBSCAN - Hierarchical Density Based Clustering algorithm</a:t>
          </a:r>
          <a:endParaRPr lang="en-US"/>
        </a:p>
      </dgm:t>
    </dgm:pt>
    <dgm:pt modelId="{2D56CB17-EC89-4F39-813C-48B39A7D34A6}" type="parTrans" cxnId="{3DF07D39-6ADF-4015-8465-DCF7BEEA06AD}">
      <dgm:prSet/>
      <dgm:spPr/>
      <dgm:t>
        <a:bodyPr/>
        <a:lstStyle/>
        <a:p>
          <a:endParaRPr lang="en-US"/>
        </a:p>
      </dgm:t>
    </dgm:pt>
    <dgm:pt modelId="{24F9CADA-32C0-42F5-938C-2446070AC354}" type="sibTrans" cxnId="{3DF07D39-6ADF-4015-8465-DCF7BEEA06AD}">
      <dgm:prSet/>
      <dgm:spPr/>
      <dgm:t>
        <a:bodyPr/>
        <a:lstStyle/>
        <a:p>
          <a:endParaRPr lang="en-US"/>
        </a:p>
      </dgm:t>
    </dgm:pt>
    <dgm:pt modelId="{725E0E3B-F30A-4413-8067-103B5D01403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Disregards outliers</a:t>
          </a:r>
          <a:endParaRPr lang="en-US" dirty="0"/>
        </a:p>
      </dgm:t>
    </dgm:pt>
    <dgm:pt modelId="{29F2DA8C-5881-41EC-B15B-48DF2A0EB50E}" type="parTrans" cxnId="{2C5AED85-89BF-4A95-B0D3-A0192F807F31}">
      <dgm:prSet/>
      <dgm:spPr/>
      <dgm:t>
        <a:bodyPr/>
        <a:lstStyle/>
        <a:p>
          <a:endParaRPr lang="en-US"/>
        </a:p>
      </dgm:t>
    </dgm:pt>
    <dgm:pt modelId="{39E8FB50-266E-4682-85B1-327589DAB0F8}" type="sibTrans" cxnId="{2C5AED85-89BF-4A95-B0D3-A0192F807F31}">
      <dgm:prSet/>
      <dgm:spPr/>
      <dgm:t>
        <a:bodyPr/>
        <a:lstStyle/>
        <a:p>
          <a:endParaRPr lang="en-US"/>
        </a:p>
      </dgm:t>
    </dgm:pt>
    <dgm:pt modelId="{8BEE9F04-F414-41D5-8D2E-85438BAAF7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Result does not help in building recommendations</a:t>
          </a:r>
        </a:p>
      </dgm:t>
    </dgm:pt>
    <dgm:pt modelId="{C7F04B89-C15B-48FF-A5E3-BC71A84C6902}" type="parTrans" cxnId="{1EFF37FB-C37F-4A73-AA31-91EB3310A86E}">
      <dgm:prSet/>
      <dgm:spPr/>
      <dgm:t>
        <a:bodyPr/>
        <a:lstStyle/>
        <a:p>
          <a:endParaRPr lang="en-US"/>
        </a:p>
      </dgm:t>
    </dgm:pt>
    <dgm:pt modelId="{8A0A2401-9E20-4896-A1BB-19DCEF98C5BE}" type="sibTrans" cxnId="{1EFF37FB-C37F-4A73-AA31-91EB3310A86E}">
      <dgm:prSet/>
      <dgm:spPr/>
      <dgm:t>
        <a:bodyPr/>
        <a:lstStyle/>
        <a:p>
          <a:endParaRPr lang="en-US"/>
        </a:p>
      </dgm:t>
    </dgm:pt>
    <dgm:pt modelId="{D3B278AD-0394-4F91-A4EE-2DD57C8809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Left mo</a:t>
          </a:r>
          <a:r>
            <a:rPr lang="en-US"/>
            <a:t>st of the movies as outliers</a:t>
          </a:r>
        </a:p>
      </dgm:t>
    </dgm:pt>
    <dgm:pt modelId="{A1D589A8-FA8B-4BD8-9922-8B308FACE973}" type="parTrans" cxnId="{21FF60D6-4C2B-4AA3-92A8-408A6EC2C1FB}">
      <dgm:prSet/>
      <dgm:spPr/>
      <dgm:t>
        <a:bodyPr/>
        <a:lstStyle/>
        <a:p>
          <a:endParaRPr lang="en-US"/>
        </a:p>
      </dgm:t>
    </dgm:pt>
    <dgm:pt modelId="{00ED0568-99CA-4F05-9A21-E6D46BD685B8}" type="sibTrans" cxnId="{21FF60D6-4C2B-4AA3-92A8-408A6EC2C1FB}">
      <dgm:prSet/>
      <dgm:spPr/>
      <dgm:t>
        <a:bodyPr/>
        <a:lstStyle/>
        <a:p>
          <a:endParaRPr lang="en-US"/>
        </a:p>
      </dgm:t>
    </dgm:pt>
    <dgm:pt modelId="{FB6A98E3-BA8C-49D3-8740-D9DFAE981C32}" type="pres">
      <dgm:prSet presAssocID="{C7B8AE59-9A59-4AB8-B48D-C8CC03D9EE5D}" presName="root" presStyleCnt="0">
        <dgm:presLayoutVars>
          <dgm:dir/>
          <dgm:resizeHandles val="exact"/>
        </dgm:presLayoutVars>
      </dgm:prSet>
      <dgm:spPr/>
    </dgm:pt>
    <dgm:pt modelId="{676159A2-D08A-4B37-BF46-3258BF36A8EF}" type="pres">
      <dgm:prSet presAssocID="{A0F64B59-5491-401D-9781-B477719A2A87}" presName="compNode" presStyleCnt="0"/>
      <dgm:spPr/>
    </dgm:pt>
    <dgm:pt modelId="{A1D127A4-52E7-44F1-BEA1-20AD25A61343}" type="pres">
      <dgm:prSet presAssocID="{A0F64B59-5491-401D-9781-B477719A2A87}" presName="bgRect" presStyleLbl="bgShp" presStyleIdx="0" presStyleCnt="4"/>
      <dgm:spPr/>
    </dgm:pt>
    <dgm:pt modelId="{6FCA8C87-A5C0-4349-81B9-4D8958F0F21C}" type="pres">
      <dgm:prSet presAssocID="{A0F64B59-5491-401D-9781-B477719A2A8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D9D280F7-0C9F-46F7-8D6C-90A5B03925A3}" type="pres">
      <dgm:prSet presAssocID="{A0F64B59-5491-401D-9781-B477719A2A87}" presName="spaceRect" presStyleCnt="0"/>
      <dgm:spPr/>
    </dgm:pt>
    <dgm:pt modelId="{D3159564-C4FB-4B75-8854-A7C943C21927}" type="pres">
      <dgm:prSet presAssocID="{A0F64B59-5491-401D-9781-B477719A2A87}" presName="parTx" presStyleLbl="revTx" presStyleIdx="0" presStyleCnt="4">
        <dgm:presLayoutVars>
          <dgm:chMax val="0"/>
          <dgm:chPref val="0"/>
        </dgm:presLayoutVars>
      </dgm:prSet>
      <dgm:spPr/>
    </dgm:pt>
    <dgm:pt modelId="{EB0EC27D-2ED6-4A89-90A0-010CD2DA320D}" type="pres">
      <dgm:prSet presAssocID="{24F9CADA-32C0-42F5-938C-2446070AC354}" presName="sibTrans" presStyleCnt="0"/>
      <dgm:spPr/>
    </dgm:pt>
    <dgm:pt modelId="{F3F7E72E-D550-4041-8B76-5D2068B09F7D}" type="pres">
      <dgm:prSet presAssocID="{725E0E3B-F30A-4413-8067-103B5D01403E}" presName="compNode" presStyleCnt="0"/>
      <dgm:spPr/>
    </dgm:pt>
    <dgm:pt modelId="{0B6F6844-4D07-4BD9-9582-066B805976BE}" type="pres">
      <dgm:prSet presAssocID="{725E0E3B-F30A-4413-8067-103B5D01403E}" presName="bgRect" presStyleLbl="bgShp" presStyleIdx="1" presStyleCnt="4"/>
      <dgm:spPr/>
    </dgm:pt>
    <dgm:pt modelId="{83A840B4-D54B-4E79-84C2-80A7B9246330}" type="pres">
      <dgm:prSet presAssocID="{725E0E3B-F30A-4413-8067-103B5D01403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"/>
        </a:ext>
      </dgm:extLst>
    </dgm:pt>
    <dgm:pt modelId="{2A510F58-A329-4986-8571-F4A9976B2F72}" type="pres">
      <dgm:prSet presAssocID="{725E0E3B-F30A-4413-8067-103B5D01403E}" presName="spaceRect" presStyleCnt="0"/>
      <dgm:spPr/>
    </dgm:pt>
    <dgm:pt modelId="{84C1348F-FD3D-4259-98EC-2348B834994F}" type="pres">
      <dgm:prSet presAssocID="{725E0E3B-F30A-4413-8067-103B5D01403E}" presName="parTx" presStyleLbl="revTx" presStyleIdx="1" presStyleCnt="4">
        <dgm:presLayoutVars>
          <dgm:chMax val="0"/>
          <dgm:chPref val="0"/>
        </dgm:presLayoutVars>
      </dgm:prSet>
      <dgm:spPr/>
    </dgm:pt>
    <dgm:pt modelId="{EE90E06D-BC55-449C-9C9B-1BE2B2938919}" type="pres">
      <dgm:prSet presAssocID="{39E8FB50-266E-4682-85B1-327589DAB0F8}" presName="sibTrans" presStyleCnt="0"/>
      <dgm:spPr/>
    </dgm:pt>
    <dgm:pt modelId="{F8666315-356A-4DC0-AA11-A72DFB72CCF4}" type="pres">
      <dgm:prSet presAssocID="{8BEE9F04-F414-41D5-8D2E-85438BAAF767}" presName="compNode" presStyleCnt="0"/>
      <dgm:spPr/>
    </dgm:pt>
    <dgm:pt modelId="{3BC2ADB3-27A6-4DBE-8675-19F7BE7A2ACD}" type="pres">
      <dgm:prSet presAssocID="{8BEE9F04-F414-41D5-8D2E-85438BAAF767}" presName="bgRect" presStyleLbl="bgShp" presStyleIdx="2" presStyleCnt="4"/>
      <dgm:spPr/>
    </dgm:pt>
    <dgm:pt modelId="{EFE88741-65AC-4049-A791-BB0353783887}" type="pres">
      <dgm:prSet presAssocID="{8BEE9F04-F414-41D5-8D2E-85438BAAF76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Down with solid fill"/>
        </a:ext>
      </dgm:extLst>
    </dgm:pt>
    <dgm:pt modelId="{E0E72751-8451-4A1E-A40A-1CAA383DAC1B}" type="pres">
      <dgm:prSet presAssocID="{8BEE9F04-F414-41D5-8D2E-85438BAAF767}" presName="spaceRect" presStyleCnt="0"/>
      <dgm:spPr/>
    </dgm:pt>
    <dgm:pt modelId="{361B8DF7-EF43-47A7-B1DD-12F4A8C7D754}" type="pres">
      <dgm:prSet presAssocID="{8BEE9F04-F414-41D5-8D2E-85438BAAF767}" presName="parTx" presStyleLbl="revTx" presStyleIdx="2" presStyleCnt="4">
        <dgm:presLayoutVars>
          <dgm:chMax val="0"/>
          <dgm:chPref val="0"/>
        </dgm:presLayoutVars>
      </dgm:prSet>
      <dgm:spPr/>
    </dgm:pt>
    <dgm:pt modelId="{3BE86E83-E5E1-4318-9F92-E32BDAE65668}" type="pres">
      <dgm:prSet presAssocID="{8A0A2401-9E20-4896-A1BB-19DCEF98C5BE}" presName="sibTrans" presStyleCnt="0"/>
      <dgm:spPr/>
    </dgm:pt>
    <dgm:pt modelId="{6410C5F3-D64B-4225-B5AA-3BD13F31E416}" type="pres">
      <dgm:prSet presAssocID="{D3B278AD-0394-4F91-A4EE-2DD57C8809E0}" presName="compNode" presStyleCnt="0"/>
      <dgm:spPr/>
    </dgm:pt>
    <dgm:pt modelId="{CABE34F1-6497-4FF9-B872-6B9A339C4660}" type="pres">
      <dgm:prSet presAssocID="{D3B278AD-0394-4F91-A4EE-2DD57C8809E0}" presName="bgRect" presStyleLbl="bgShp" presStyleIdx="3" presStyleCnt="4"/>
      <dgm:spPr/>
    </dgm:pt>
    <dgm:pt modelId="{029845AE-AAFE-4583-BA5C-7CB4957724BA}" type="pres">
      <dgm:prSet presAssocID="{D3B278AD-0394-4F91-A4EE-2DD57C8809E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9F856C8D-109E-43C8-A7B2-D27A6BDD1DED}" type="pres">
      <dgm:prSet presAssocID="{D3B278AD-0394-4F91-A4EE-2DD57C8809E0}" presName="spaceRect" presStyleCnt="0"/>
      <dgm:spPr/>
    </dgm:pt>
    <dgm:pt modelId="{F3F1E159-5E72-4C78-AD06-B2B8D142FC9A}" type="pres">
      <dgm:prSet presAssocID="{D3B278AD-0394-4F91-A4EE-2DD57C8809E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DF07D39-6ADF-4015-8465-DCF7BEEA06AD}" srcId="{C7B8AE59-9A59-4AB8-B48D-C8CC03D9EE5D}" destId="{A0F64B59-5491-401D-9781-B477719A2A87}" srcOrd="0" destOrd="0" parTransId="{2D56CB17-EC89-4F39-813C-48B39A7D34A6}" sibTransId="{24F9CADA-32C0-42F5-938C-2446070AC354}"/>
    <dgm:cxn modelId="{2C5AED85-89BF-4A95-B0D3-A0192F807F31}" srcId="{C7B8AE59-9A59-4AB8-B48D-C8CC03D9EE5D}" destId="{725E0E3B-F30A-4413-8067-103B5D01403E}" srcOrd="1" destOrd="0" parTransId="{29F2DA8C-5881-41EC-B15B-48DF2A0EB50E}" sibTransId="{39E8FB50-266E-4682-85B1-327589DAB0F8}"/>
    <dgm:cxn modelId="{A811308E-96EB-4064-B89C-ED99B3BF1ABF}" type="presOf" srcId="{8BEE9F04-F414-41D5-8D2E-85438BAAF767}" destId="{361B8DF7-EF43-47A7-B1DD-12F4A8C7D754}" srcOrd="0" destOrd="0" presId="urn:microsoft.com/office/officeart/2018/2/layout/IconVerticalSolidList"/>
    <dgm:cxn modelId="{BF6F5A99-167C-4F4D-A4C7-ACCC4C3D50EF}" type="presOf" srcId="{725E0E3B-F30A-4413-8067-103B5D01403E}" destId="{84C1348F-FD3D-4259-98EC-2348B834994F}" srcOrd="0" destOrd="0" presId="urn:microsoft.com/office/officeart/2018/2/layout/IconVerticalSolidList"/>
    <dgm:cxn modelId="{8EFBDDBF-9B29-47B6-81D3-927937055485}" type="presOf" srcId="{C7B8AE59-9A59-4AB8-B48D-C8CC03D9EE5D}" destId="{FB6A98E3-BA8C-49D3-8740-D9DFAE981C32}" srcOrd="0" destOrd="0" presId="urn:microsoft.com/office/officeart/2018/2/layout/IconVerticalSolidList"/>
    <dgm:cxn modelId="{21FF60D6-4C2B-4AA3-92A8-408A6EC2C1FB}" srcId="{C7B8AE59-9A59-4AB8-B48D-C8CC03D9EE5D}" destId="{D3B278AD-0394-4F91-A4EE-2DD57C8809E0}" srcOrd="3" destOrd="0" parTransId="{A1D589A8-FA8B-4BD8-9922-8B308FACE973}" sibTransId="{00ED0568-99CA-4F05-9A21-E6D46BD685B8}"/>
    <dgm:cxn modelId="{07D26FD7-E284-4202-82B6-5BE465414756}" type="presOf" srcId="{A0F64B59-5491-401D-9781-B477719A2A87}" destId="{D3159564-C4FB-4B75-8854-A7C943C21927}" srcOrd="0" destOrd="0" presId="urn:microsoft.com/office/officeart/2018/2/layout/IconVerticalSolidList"/>
    <dgm:cxn modelId="{1EFF37FB-C37F-4A73-AA31-91EB3310A86E}" srcId="{C7B8AE59-9A59-4AB8-B48D-C8CC03D9EE5D}" destId="{8BEE9F04-F414-41D5-8D2E-85438BAAF767}" srcOrd="2" destOrd="0" parTransId="{C7F04B89-C15B-48FF-A5E3-BC71A84C6902}" sibTransId="{8A0A2401-9E20-4896-A1BB-19DCEF98C5BE}"/>
    <dgm:cxn modelId="{6F73C2FC-600A-4524-9082-3EB91F0B9009}" type="presOf" srcId="{D3B278AD-0394-4F91-A4EE-2DD57C8809E0}" destId="{F3F1E159-5E72-4C78-AD06-B2B8D142FC9A}" srcOrd="0" destOrd="0" presId="urn:microsoft.com/office/officeart/2018/2/layout/IconVerticalSolidList"/>
    <dgm:cxn modelId="{1A719CD3-491F-4E04-A003-71252BE9E0AD}" type="presParOf" srcId="{FB6A98E3-BA8C-49D3-8740-D9DFAE981C32}" destId="{676159A2-D08A-4B37-BF46-3258BF36A8EF}" srcOrd="0" destOrd="0" presId="urn:microsoft.com/office/officeart/2018/2/layout/IconVerticalSolidList"/>
    <dgm:cxn modelId="{147DECEB-8CFD-4376-B182-580B36C23462}" type="presParOf" srcId="{676159A2-D08A-4B37-BF46-3258BF36A8EF}" destId="{A1D127A4-52E7-44F1-BEA1-20AD25A61343}" srcOrd="0" destOrd="0" presId="urn:microsoft.com/office/officeart/2018/2/layout/IconVerticalSolidList"/>
    <dgm:cxn modelId="{26C7EE86-56E5-4BAE-AE77-2882B332D577}" type="presParOf" srcId="{676159A2-D08A-4B37-BF46-3258BF36A8EF}" destId="{6FCA8C87-A5C0-4349-81B9-4D8958F0F21C}" srcOrd="1" destOrd="0" presId="urn:microsoft.com/office/officeart/2018/2/layout/IconVerticalSolidList"/>
    <dgm:cxn modelId="{E3376A13-7F10-4923-A5E5-CE1F58EAB020}" type="presParOf" srcId="{676159A2-D08A-4B37-BF46-3258BF36A8EF}" destId="{D9D280F7-0C9F-46F7-8D6C-90A5B03925A3}" srcOrd="2" destOrd="0" presId="urn:microsoft.com/office/officeart/2018/2/layout/IconVerticalSolidList"/>
    <dgm:cxn modelId="{AD51AC61-E772-4582-B1F0-C9F9A4CA96A5}" type="presParOf" srcId="{676159A2-D08A-4B37-BF46-3258BF36A8EF}" destId="{D3159564-C4FB-4B75-8854-A7C943C21927}" srcOrd="3" destOrd="0" presId="urn:microsoft.com/office/officeart/2018/2/layout/IconVerticalSolidList"/>
    <dgm:cxn modelId="{7AB0C16B-1792-4776-A6A6-03BE628031FC}" type="presParOf" srcId="{FB6A98E3-BA8C-49D3-8740-D9DFAE981C32}" destId="{EB0EC27D-2ED6-4A89-90A0-010CD2DA320D}" srcOrd="1" destOrd="0" presId="urn:microsoft.com/office/officeart/2018/2/layout/IconVerticalSolidList"/>
    <dgm:cxn modelId="{1F208D50-4864-4D68-90F3-A124F8053418}" type="presParOf" srcId="{FB6A98E3-BA8C-49D3-8740-D9DFAE981C32}" destId="{F3F7E72E-D550-4041-8B76-5D2068B09F7D}" srcOrd="2" destOrd="0" presId="urn:microsoft.com/office/officeart/2018/2/layout/IconVerticalSolidList"/>
    <dgm:cxn modelId="{5C937D5C-5B77-49E0-9A55-4B8868310C0F}" type="presParOf" srcId="{F3F7E72E-D550-4041-8B76-5D2068B09F7D}" destId="{0B6F6844-4D07-4BD9-9582-066B805976BE}" srcOrd="0" destOrd="0" presId="urn:microsoft.com/office/officeart/2018/2/layout/IconVerticalSolidList"/>
    <dgm:cxn modelId="{6FEA7907-2613-4A44-B4E6-ED334ECF404B}" type="presParOf" srcId="{F3F7E72E-D550-4041-8B76-5D2068B09F7D}" destId="{83A840B4-D54B-4E79-84C2-80A7B9246330}" srcOrd="1" destOrd="0" presId="urn:microsoft.com/office/officeart/2018/2/layout/IconVerticalSolidList"/>
    <dgm:cxn modelId="{AF8D6B00-B569-4FDD-A6EE-8DF275DF681F}" type="presParOf" srcId="{F3F7E72E-D550-4041-8B76-5D2068B09F7D}" destId="{2A510F58-A329-4986-8571-F4A9976B2F72}" srcOrd="2" destOrd="0" presId="urn:microsoft.com/office/officeart/2018/2/layout/IconVerticalSolidList"/>
    <dgm:cxn modelId="{D39E1F68-444F-4FB1-9C11-B89591A48F1E}" type="presParOf" srcId="{F3F7E72E-D550-4041-8B76-5D2068B09F7D}" destId="{84C1348F-FD3D-4259-98EC-2348B834994F}" srcOrd="3" destOrd="0" presId="urn:microsoft.com/office/officeart/2018/2/layout/IconVerticalSolidList"/>
    <dgm:cxn modelId="{5CCCF3C2-12EC-4D4A-8ECC-F420D7DB509D}" type="presParOf" srcId="{FB6A98E3-BA8C-49D3-8740-D9DFAE981C32}" destId="{EE90E06D-BC55-449C-9C9B-1BE2B2938919}" srcOrd="3" destOrd="0" presId="urn:microsoft.com/office/officeart/2018/2/layout/IconVerticalSolidList"/>
    <dgm:cxn modelId="{3DC4AAF7-1844-424E-921E-5B111CAF756C}" type="presParOf" srcId="{FB6A98E3-BA8C-49D3-8740-D9DFAE981C32}" destId="{F8666315-356A-4DC0-AA11-A72DFB72CCF4}" srcOrd="4" destOrd="0" presId="urn:microsoft.com/office/officeart/2018/2/layout/IconVerticalSolidList"/>
    <dgm:cxn modelId="{963FA6D7-62D8-471B-8929-0A8EEA68A9AA}" type="presParOf" srcId="{F8666315-356A-4DC0-AA11-A72DFB72CCF4}" destId="{3BC2ADB3-27A6-4DBE-8675-19F7BE7A2ACD}" srcOrd="0" destOrd="0" presId="urn:microsoft.com/office/officeart/2018/2/layout/IconVerticalSolidList"/>
    <dgm:cxn modelId="{5649278A-F5EF-4F31-8151-E1A335028D8C}" type="presParOf" srcId="{F8666315-356A-4DC0-AA11-A72DFB72CCF4}" destId="{EFE88741-65AC-4049-A791-BB0353783887}" srcOrd="1" destOrd="0" presId="urn:microsoft.com/office/officeart/2018/2/layout/IconVerticalSolidList"/>
    <dgm:cxn modelId="{3A1E07AB-C8FD-47D9-B489-7F9F5D32630E}" type="presParOf" srcId="{F8666315-356A-4DC0-AA11-A72DFB72CCF4}" destId="{E0E72751-8451-4A1E-A40A-1CAA383DAC1B}" srcOrd="2" destOrd="0" presId="urn:microsoft.com/office/officeart/2018/2/layout/IconVerticalSolidList"/>
    <dgm:cxn modelId="{FDB8BDB6-0667-491F-9468-30C8A1B87E7A}" type="presParOf" srcId="{F8666315-356A-4DC0-AA11-A72DFB72CCF4}" destId="{361B8DF7-EF43-47A7-B1DD-12F4A8C7D754}" srcOrd="3" destOrd="0" presId="urn:microsoft.com/office/officeart/2018/2/layout/IconVerticalSolidList"/>
    <dgm:cxn modelId="{73FC753C-AD47-4757-A356-6BB8B3F7AC1F}" type="presParOf" srcId="{FB6A98E3-BA8C-49D3-8740-D9DFAE981C32}" destId="{3BE86E83-E5E1-4318-9F92-E32BDAE65668}" srcOrd="5" destOrd="0" presId="urn:microsoft.com/office/officeart/2018/2/layout/IconVerticalSolidList"/>
    <dgm:cxn modelId="{7EF95E9B-D4F7-425F-97DC-F29CA3D5F99E}" type="presParOf" srcId="{FB6A98E3-BA8C-49D3-8740-D9DFAE981C32}" destId="{6410C5F3-D64B-4225-B5AA-3BD13F31E416}" srcOrd="6" destOrd="0" presId="urn:microsoft.com/office/officeart/2018/2/layout/IconVerticalSolidList"/>
    <dgm:cxn modelId="{3DE61D3D-4CCE-4787-8E09-DBC28F4D4DA7}" type="presParOf" srcId="{6410C5F3-D64B-4225-B5AA-3BD13F31E416}" destId="{CABE34F1-6497-4FF9-B872-6B9A339C4660}" srcOrd="0" destOrd="0" presId="urn:microsoft.com/office/officeart/2018/2/layout/IconVerticalSolidList"/>
    <dgm:cxn modelId="{1B0BF735-CDAB-4A10-8784-2333BE7A0949}" type="presParOf" srcId="{6410C5F3-D64B-4225-B5AA-3BD13F31E416}" destId="{029845AE-AAFE-4583-BA5C-7CB4957724BA}" srcOrd="1" destOrd="0" presId="urn:microsoft.com/office/officeart/2018/2/layout/IconVerticalSolidList"/>
    <dgm:cxn modelId="{4E4C5A9D-395D-4AFF-90CE-1B41780AB985}" type="presParOf" srcId="{6410C5F3-D64B-4225-B5AA-3BD13F31E416}" destId="{9F856C8D-109E-43C8-A7B2-D27A6BDD1DED}" srcOrd="2" destOrd="0" presId="urn:microsoft.com/office/officeart/2018/2/layout/IconVerticalSolidList"/>
    <dgm:cxn modelId="{87285C59-6416-4D13-99BB-D5B30FFAABFF}" type="presParOf" srcId="{6410C5F3-D64B-4225-B5AA-3BD13F31E416}" destId="{F3F1E159-5E72-4C78-AD06-B2B8D142FC9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BAEA248-2A47-4A7B-96C9-2BBE5116080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1451A5B3-327F-44DC-9570-9564D3B0673C}">
      <dgm:prSet/>
      <dgm:spPr/>
      <dgm:t>
        <a:bodyPr/>
        <a:lstStyle/>
        <a:p>
          <a:r>
            <a:rPr lang="en-IN"/>
            <a:t>Weighs every dimension equally to generate clusters</a:t>
          </a:r>
          <a:endParaRPr lang="en-US"/>
        </a:p>
      </dgm:t>
    </dgm:pt>
    <dgm:pt modelId="{7006C216-B1C1-400B-97CD-87A4553B6B86}" type="parTrans" cxnId="{3A20B66B-FD9A-4663-8DF9-A30A9192EA91}">
      <dgm:prSet/>
      <dgm:spPr/>
      <dgm:t>
        <a:bodyPr/>
        <a:lstStyle/>
        <a:p>
          <a:endParaRPr lang="en-US"/>
        </a:p>
      </dgm:t>
    </dgm:pt>
    <dgm:pt modelId="{0704E9C8-336D-4F71-B3AD-ECB9A7E8E152}" type="sibTrans" cxnId="{3A20B66B-FD9A-4663-8DF9-A30A9192EA91}">
      <dgm:prSet/>
      <dgm:spPr/>
      <dgm:t>
        <a:bodyPr/>
        <a:lstStyle/>
        <a:p>
          <a:endParaRPr lang="en-US"/>
        </a:p>
      </dgm:t>
    </dgm:pt>
    <dgm:pt modelId="{1CA26071-18D4-4C87-BC49-590758596E38}">
      <dgm:prSet/>
      <dgm:spPr/>
      <dgm:t>
        <a:bodyPr/>
        <a:lstStyle/>
        <a:p>
          <a:r>
            <a:rPr lang="en-IN"/>
            <a:t>Tried on a range of clusters from 1 to 30</a:t>
          </a:r>
          <a:endParaRPr lang="en-US"/>
        </a:p>
      </dgm:t>
    </dgm:pt>
    <dgm:pt modelId="{0DDFE202-A273-4EA7-89D1-C9F3208AEA76}" type="parTrans" cxnId="{B1C5546A-7188-41AE-ACBF-1AEA036A36ED}">
      <dgm:prSet/>
      <dgm:spPr/>
      <dgm:t>
        <a:bodyPr/>
        <a:lstStyle/>
        <a:p>
          <a:endParaRPr lang="en-US"/>
        </a:p>
      </dgm:t>
    </dgm:pt>
    <dgm:pt modelId="{DC8E3D36-639F-43C8-918F-800307CD8C0B}" type="sibTrans" cxnId="{B1C5546A-7188-41AE-ACBF-1AEA036A36ED}">
      <dgm:prSet/>
      <dgm:spPr/>
      <dgm:t>
        <a:bodyPr/>
        <a:lstStyle/>
        <a:p>
          <a:endParaRPr lang="en-US"/>
        </a:p>
      </dgm:t>
    </dgm:pt>
    <dgm:pt modelId="{DD5C739B-8382-49E2-B29C-72E3100F0DB4}">
      <dgm:prSet/>
      <dgm:spPr/>
      <dgm:t>
        <a:bodyPr/>
        <a:lstStyle/>
        <a:p>
          <a:r>
            <a:rPr lang="en-IN"/>
            <a:t>10 clusters – optimal</a:t>
          </a:r>
          <a:endParaRPr lang="en-US"/>
        </a:p>
      </dgm:t>
    </dgm:pt>
    <dgm:pt modelId="{F5BD4E24-E271-40C9-83E7-CF1C15481EFB}" type="parTrans" cxnId="{A580FB7A-BE2D-4301-8348-B5280CBB4A79}">
      <dgm:prSet/>
      <dgm:spPr/>
      <dgm:t>
        <a:bodyPr/>
        <a:lstStyle/>
        <a:p>
          <a:endParaRPr lang="en-US"/>
        </a:p>
      </dgm:t>
    </dgm:pt>
    <dgm:pt modelId="{109B4652-5C54-4BFB-8F67-483736EF6E7D}" type="sibTrans" cxnId="{A580FB7A-BE2D-4301-8348-B5280CBB4A79}">
      <dgm:prSet/>
      <dgm:spPr/>
      <dgm:t>
        <a:bodyPr/>
        <a:lstStyle/>
        <a:p>
          <a:endParaRPr lang="en-US"/>
        </a:p>
      </dgm:t>
    </dgm:pt>
    <dgm:pt modelId="{2A920393-9D9B-4B93-9D18-BA5136F7FAC2}">
      <dgm:prSet/>
      <dgm:spPr/>
      <dgm:t>
        <a:bodyPr/>
        <a:lstStyle/>
        <a:p>
          <a:r>
            <a:rPr lang="en-IN"/>
            <a:t>Evenly generated clusters with good strength in each of them</a:t>
          </a:r>
          <a:endParaRPr lang="en-US"/>
        </a:p>
      </dgm:t>
    </dgm:pt>
    <dgm:pt modelId="{A9EC3E36-0957-4AF8-8BE7-C6CA7DD63CD3}" type="parTrans" cxnId="{1029459C-7BC8-4299-851A-7644DF4D9C65}">
      <dgm:prSet/>
      <dgm:spPr/>
      <dgm:t>
        <a:bodyPr/>
        <a:lstStyle/>
        <a:p>
          <a:endParaRPr lang="en-US"/>
        </a:p>
      </dgm:t>
    </dgm:pt>
    <dgm:pt modelId="{1A20A64B-002B-4A61-84DF-EEEE89DF9DF4}" type="sibTrans" cxnId="{1029459C-7BC8-4299-851A-7644DF4D9C65}">
      <dgm:prSet/>
      <dgm:spPr/>
      <dgm:t>
        <a:bodyPr/>
        <a:lstStyle/>
        <a:p>
          <a:endParaRPr lang="en-US"/>
        </a:p>
      </dgm:t>
    </dgm:pt>
    <dgm:pt modelId="{3EDF1637-740F-4E41-A2DD-C3A94F27BC2D}" type="pres">
      <dgm:prSet presAssocID="{EBAEA248-2A47-4A7B-96C9-2BBE51160803}" presName="root" presStyleCnt="0">
        <dgm:presLayoutVars>
          <dgm:dir/>
          <dgm:resizeHandles val="exact"/>
        </dgm:presLayoutVars>
      </dgm:prSet>
      <dgm:spPr/>
    </dgm:pt>
    <dgm:pt modelId="{D9ACC4EB-FB4A-4E6E-99E5-748AE2ABC3E5}" type="pres">
      <dgm:prSet presAssocID="{1451A5B3-327F-44DC-9570-9564D3B0673C}" presName="compNode" presStyleCnt="0"/>
      <dgm:spPr/>
    </dgm:pt>
    <dgm:pt modelId="{FCEFF388-6AC3-4806-AC01-21ABAF18F4B1}" type="pres">
      <dgm:prSet presAssocID="{1451A5B3-327F-44DC-9570-9564D3B0673C}" presName="bgRect" presStyleLbl="bgShp" presStyleIdx="0" presStyleCnt="4"/>
      <dgm:spPr/>
    </dgm:pt>
    <dgm:pt modelId="{2C03926F-6D54-4A41-B4A9-A66701B75FAD}" type="pres">
      <dgm:prSet presAssocID="{1451A5B3-327F-44DC-9570-9564D3B0673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EE717C6-4FB6-43C0-83F0-6966844C5C30}" type="pres">
      <dgm:prSet presAssocID="{1451A5B3-327F-44DC-9570-9564D3B0673C}" presName="spaceRect" presStyleCnt="0"/>
      <dgm:spPr/>
    </dgm:pt>
    <dgm:pt modelId="{E8824911-2D13-478D-B672-360AD5CFA818}" type="pres">
      <dgm:prSet presAssocID="{1451A5B3-327F-44DC-9570-9564D3B0673C}" presName="parTx" presStyleLbl="revTx" presStyleIdx="0" presStyleCnt="4">
        <dgm:presLayoutVars>
          <dgm:chMax val="0"/>
          <dgm:chPref val="0"/>
        </dgm:presLayoutVars>
      </dgm:prSet>
      <dgm:spPr/>
    </dgm:pt>
    <dgm:pt modelId="{966F5316-D687-4BD2-BDCD-4BBCA49B977B}" type="pres">
      <dgm:prSet presAssocID="{0704E9C8-336D-4F71-B3AD-ECB9A7E8E152}" presName="sibTrans" presStyleCnt="0"/>
      <dgm:spPr/>
    </dgm:pt>
    <dgm:pt modelId="{71F48B85-62E7-48E9-ACC9-C4FF11FDFADD}" type="pres">
      <dgm:prSet presAssocID="{1CA26071-18D4-4C87-BC49-590758596E38}" presName="compNode" presStyleCnt="0"/>
      <dgm:spPr/>
    </dgm:pt>
    <dgm:pt modelId="{BB903C68-E737-400B-9CAA-471C1CFE2960}" type="pres">
      <dgm:prSet presAssocID="{1CA26071-18D4-4C87-BC49-590758596E38}" presName="bgRect" presStyleLbl="bgShp" presStyleIdx="1" presStyleCnt="4"/>
      <dgm:spPr/>
    </dgm:pt>
    <dgm:pt modelId="{B3E8E48B-0CF4-446A-81AB-E7A781011A3D}" type="pres">
      <dgm:prSet presAssocID="{1CA26071-18D4-4C87-BC49-590758596E3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upward trend with solid fill"/>
        </a:ext>
      </dgm:extLst>
    </dgm:pt>
    <dgm:pt modelId="{48748D73-477D-4ED4-A10A-1630FE3CB1E0}" type="pres">
      <dgm:prSet presAssocID="{1CA26071-18D4-4C87-BC49-590758596E38}" presName="spaceRect" presStyleCnt="0"/>
      <dgm:spPr/>
    </dgm:pt>
    <dgm:pt modelId="{ADA0782E-DD87-4607-BAC4-F1627DE8C895}" type="pres">
      <dgm:prSet presAssocID="{1CA26071-18D4-4C87-BC49-590758596E38}" presName="parTx" presStyleLbl="revTx" presStyleIdx="1" presStyleCnt="4">
        <dgm:presLayoutVars>
          <dgm:chMax val="0"/>
          <dgm:chPref val="0"/>
        </dgm:presLayoutVars>
      </dgm:prSet>
      <dgm:spPr/>
    </dgm:pt>
    <dgm:pt modelId="{47797517-25F9-4EEF-A161-271C6DC771D9}" type="pres">
      <dgm:prSet presAssocID="{DC8E3D36-639F-43C8-918F-800307CD8C0B}" presName="sibTrans" presStyleCnt="0"/>
      <dgm:spPr/>
    </dgm:pt>
    <dgm:pt modelId="{66FEDAEF-0761-4F2E-B0A4-638022A0E23F}" type="pres">
      <dgm:prSet presAssocID="{DD5C739B-8382-49E2-B29C-72E3100F0DB4}" presName="compNode" presStyleCnt="0"/>
      <dgm:spPr/>
    </dgm:pt>
    <dgm:pt modelId="{A2E37388-969D-40AD-A8B3-1409E9B2D079}" type="pres">
      <dgm:prSet presAssocID="{DD5C739B-8382-49E2-B29C-72E3100F0DB4}" presName="bgRect" presStyleLbl="bgShp" presStyleIdx="2" presStyleCnt="4"/>
      <dgm:spPr/>
    </dgm:pt>
    <dgm:pt modelId="{393C9ED6-D415-4CB3-9071-C2EEAD065A68}" type="pres">
      <dgm:prSet presAssocID="{DD5C739B-8382-49E2-B29C-72E3100F0DB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E08EB9E4-4282-483F-83B1-47658AC5875D}" type="pres">
      <dgm:prSet presAssocID="{DD5C739B-8382-49E2-B29C-72E3100F0DB4}" presName="spaceRect" presStyleCnt="0"/>
      <dgm:spPr/>
    </dgm:pt>
    <dgm:pt modelId="{065A299F-D184-46E0-95F0-8C10CF3206D8}" type="pres">
      <dgm:prSet presAssocID="{DD5C739B-8382-49E2-B29C-72E3100F0DB4}" presName="parTx" presStyleLbl="revTx" presStyleIdx="2" presStyleCnt="4">
        <dgm:presLayoutVars>
          <dgm:chMax val="0"/>
          <dgm:chPref val="0"/>
        </dgm:presLayoutVars>
      </dgm:prSet>
      <dgm:spPr/>
    </dgm:pt>
    <dgm:pt modelId="{5BEB429B-B0D3-4216-B53C-B6356B6AC772}" type="pres">
      <dgm:prSet presAssocID="{109B4652-5C54-4BFB-8F67-483736EF6E7D}" presName="sibTrans" presStyleCnt="0"/>
      <dgm:spPr/>
    </dgm:pt>
    <dgm:pt modelId="{39C49EB0-5778-4037-A7B4-6506F9782CBB}" type="pres">
      <dgm:prSet presAssocID="{2A920393-9D9B-4B93-9D18-BA5136F7FAC2}" presName="compNode" presStyleCnt="0"/>
      <dgm:spPr/>
    </dgm:pt>
    <dgm:pt modelId="{B4DB64AB-4DC8-4760-B67A-BAE1DC14CB0E}" type="pres">
      <dgm:prSet presAssocID="{2A920393-9D9B-4B93-9D18-BA5136F7FAC2}" presName="bgRect" presStyleLbl="bgShp" presStyleIdx="3" presStyleCnt="4"/>
      <dgm:spPr/>
    </dgm:pt>
    <dgm:pt modelId="{C6A13A5F-DD22-42CD-A88C-6E5E71652F69}" type="pres">
      <dgm:prSet presAssocID="{2A920393-9D9B-4B93-9D18-BA5136F7FAC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A5928C19-49A7-495C-8FD2-869607B7B8C9}" type="pres">
      <dgm:prSet presAssocID="{2A920393-9D9B-4B93-9D18-BA5136F7FAC2}" presName="spaceRect" presStyleCnt="0"/>
      <dgm:spPr/>
    </dgm:pt>
    <dgm:pt modelId="{1352F8F0-9E0C-43AA-877D-685DEA786AF0}" type="pres">
      <dgm:prSet presAssocID="{2A920393-9D9B-4B93-9D18-BA5136F7FAC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9AC861D-D74B-42A1-879A-0396E79E66E8}" type="presOf" srcId="{2A920393-9D9B-4B93-9D18-BA5136F7FAC2}" destId="{1352F8F0-9E0C-43AA-877D-685DEA786AF0}" srcOrd="0" destOrd="0" presId="urn:microsoft.com/office/officeart/2018/2/layout/IconVerticalSolidList"/>
    <dgm:cxn modelId="{B1C5546A-7188-41AE-ACBF-1AEA036A36ED}" srcId="{EBAEA248-2A47-4A7B-96C9-2BBE51160803}" destId="{1CA26071-18D4-4C87-BC49-590758596E38}" srcOrd="1" destOrd="0" parTransId="{0DDFE202-A273-4EA7-89D1-C9F3208AEA76}" sibTransId="{DC8E3D36-639F-43C8-918F-800307CD8C0B}"/>
    <dgm:cxn modelId="{3A20B66B-FD9A-4663-8DF9-A30A9192EA91}" srcId="{EBAEA248-2A47-4A7B-96C9-2BBE51160803}" destId="{1451A5B3-327F-44DC-9570-9564D3B0673C}" srcOrd="0" destOrd="0" parTransId="{7006C216-B1C1-400B-97CD-87A4553B6B86}" sibTransId="{0704E9C8-336D-4F71-B3AD-ECB9A7E8E152}"/>
    <dgm:cxn modelId="{B9BB8E6F-80F5-432C-94E2-4A85E96B139C}" type="presOf" srcId="{1451A5B3-327F-44DC-9570-9564D3B0673C}" destId="{E8824911-2D13-478D-B672-360AD5CFA818}" srcOrd="0" destOrd="0" presId="urn:microsoft.com/office/officeart/2018/2/layout/IconVerticalSolidList"/>
    <dgm:cxn modelId="{A580FB7A-BE2D-4301-8348-B5280CBB4A79}" srcId="{EBAEA248-2A47-4A7B-96C9-2BBE51160803}" destId="{DD5C739B-8382-49E2-B29C-72E3100F0DB4}" srcOrd="2" destOrd="0" parTransId="{F5BD4E24-E271-40C9-83E7-CF1C15481EFB}" sibTransId="{109B4652-5C54-4BFB-8F67-483736EF6E7D}"/>
    <dgm:cxn modelId="{1029459C-7BC8-4299-851A-7644DF4D9C65}" srcId="{EBAEA248-2A47-4A7B-96C9-2BBE51160803}" destId="{2A920393-9D9B-4B93-9D18-BA5136F7FAC2}" srcOrd="3" destOrd="0" parTransId="{A9EC3E36-0957-4AF8-8BE7-C6CA7DD63CD3}" sibTransId="{1A20A64B-002B-4A61-84DF-EEEE89DF9DF4}"/>
    <dgm:cxn modelId="{87CA829E-E8F0-4640-B569-E9C5D06A6631}" type="presOf" srcId="{1CA26071-18D4-4C87-BC49-590758596E38}" destId="{ADA0782E-DD87-4607-BAC4-F1627DE8C895}" srcOrd="0" destOrd="0" presId="urn:microsoft.com/office/officeart/2018/2/layout/IconVerticalSolidList"/>
    <dgm:cxn modelId="{D5E758AE-6FC7-4042-A0A6-3BFF95A147A0}" type="presOf" srcId="{EBAEA248-2A47-4A7B-96C9-2BBE51160803}" destId="{3EDF1637-740F-4E41-A2DD-C3A94F27BC2D}" srcOrd="0" destOrd="0" presId="urn:microsoft.com/office/officeart/2018/2/layout/IconVerticalSolidList"/>
    <dgm:cxn modelId="{5348C1FF-8DE9-425A-8595-71EE62072800}" type="presOf" srcId="{DD5C739B-8382-49E2-B29C-72E3100F0DB4}" destId="{065A299F-D184-46E0-95F0-8C10CF3206D8}" srcOrd="0" destOrd="0" presId="urn:microsoft.com/office/officeart/2018/2/layout/IconVerticalSolidList"/>
    <dgm:cxn modelId="{3406B9A9-06EF-4018-8D7B-4D1AF89D2A1C}" type="presParOf" srcId="{3EDF1637-740F-4E41-A2DD-C3A94F27BC2D}" destId="{D9ACC4EB-FB4A-4E6E-99E5-748AE2ABC3E5}" srcOrd="0" destOrd="0" presId="urn:microsoft.com/office/officeart/2018/2/layout/IconVerticalSolidList"/>
    <dgm:cxn modelId="{C42D1AE5-B505-4903-87CA-1DF1F5FEB755}" type="presParOf" srcId="{D9ACC4EB-FB4A-4E6E-99E5-748AE2ABC3E5}" destId="{FCEFF388-6AC3-4806-AC01-21ABAF18F4B1}" srcOrd="0" destOrd="0" presId="urn:microsoft.com/office/officeart/2018/2/layout/IconVerticalSolidList"/>
    <dgm:cxn modelId="{6CD8B9E7-0597-4570-95D8-D67C27CA6492}" type="presParOf" srcId="{D9ACC4EB-FB4A-4E6E-99E5-748AE2ABC3E5}" destId="{2C03926F-6D54-4A41-B4A9-A66701B75FAD}" srcOrd="1" destOrd="0" presId="urn:microsoft.com/office/officeart/2018/2/layout/IconVerticalSolidList"/>
    <dgm:cxn modelId="{F9AB26BF-476F-4734-BEBB-7B6DF63B4568}" type="presParOf" srcId="{D9ACC4EB-FB4A-4E6E-99E5-748AE2ABC3E5}" destId="{4EE717C6-4FB6-43C0-83F0-6966844C5C30}" srcOrd="2" destOrd="0" presId="urn:microsoft.com/office/officeart/2018/2/layout/IconVerticalSolidList"/>
    <dgm:cxn modelId="{B57B4491-C77B-4F29-BDBE-066D4E0454BE}" type="presParOf" srcId="{D9ACC4EB-FB4A-4E6E-99E5-748AE2ABC3E5}" destId="{E8824911-2D13-478D-B672-360AD5CFA818}" srcOrd="3" destOrd="0" presId="urn:microsoft.com/office/officeart/2018/2/layout/IconVerticalSolidList"/>
    <dgm:cxn modelId="{6D514011-F6F7-4726-B114-13113CBAFB81}" type="presParOf" srcId="{3EDF1637-740F-4E41-A2DD-C3A94F27BC2D}" destId="{966F5316-D687-4BD2-BDCD-4BBCA49B977B}" srcOrd="1" destOrd="0" presId="urn:microsoft.com/office/officeart/2018/2/layout/IconVerticalSolidList"/>
    <dgm:cxn modelId="{672AE914-BE90-4F9D-A2DF-FE0378D2605D}" type="presParOf" srcId="{3EDF1637-740F-4E41-A2DD-C3A94F27BC2D}" destId="{71F48B85-62E7-48E9-ACC9-C4FF11FDFADD}" srcOrd="2" destOrd="0" presId="urn:microsoft.com/office/officeart/2018/2/layout/IconVerticalSolidList"/>
    <dgm:cxn modelId="{05BDB3A3-044B-4832-B510-14DDF8280FB8}" type="presParOf" srcId="{71F48B85-62E7-48E9-ACC9-C4FF11FDFADD}" destId="{BB903C68-E737-400B-9CAA-471C1CFE2960}" srcOrd="0" destOrd="0" presId="urn:microsoft.com/office/officeart/2018/2/layout/IconVerticalSolidList"/>
    <dgm:cxn modelId="{9E480F5C-DED9-44C8-ADF7-0736E095F167}" type="presParOf" srcId="{71F48B85-62E7-48E9-ACC9-C4FF11FDFADD}" destId="{B3E8E48B-0CF4-446A-81AB-E7A781011A3D}" srcOrd="1" destOrd="0" presId="urn:microsoft.com/office/officeart/2018/2/layout/IconVerticalSolidList"/>
    <dgm:cxn modelId="{862009CF-5902-46D6-81B9-D97806C4AF87}" type="presParOf" srcId="{71F48B85-62E7-48E9-ACC9-C4FF11FDFADD}" destId="{48748D73-477D-4ED4-A10A-1630FE3CB1E0}" srcOrd="2" destOrd="0" presId="urn:microsoft.com/office/officeart/2018/2/layout/IconVerticalSolidList"/>
    <dgm:cxn modelId="{EF5A94E3-9F72-40B0-82C3-5CD22292DCE2}" type="presParOf" srcId="{71F48B85-62E7-48E9-ACC9-C4FF11FDFADD}" destId="{ADA0782E-DD87-4607-BAC4-F1627DE8C895}" srcOrd="3" destOrd="0" presId="urn:microsoft.com/office/officeart/2018/2/layout/IconVerticalSolidList"/>
    <dgm:cxn modelId="{4EAA699D-3A97-4BEC-A641-BB08A4E1E4E4}" type="presParOf" srcId="{3EDF1637-740F-4E41-A2DD-C3A94F27BC2D}" destId="{47797517-25F9-4EEF-A161-271C6DC771D9}" srcOrd="3" destOrd="0" presId="urn:microsoft.com/office/officeart/2018/2/layout/IconVerticalSolidList"/>
    <dgm:cxn modelId="{4B0B37D6-72B5-46B3-9BEC-634900443419}" type="presParOf" srcId="{3EDF1637-740F-4E41-A2DD-C3A94F27BC2D}" destId="{66FEDAEF-0761-4F2E-B0A4-638022A0E23F}" srcOrd="4" destOrd="0" presId="urn:microsoft.com/office/officeart/2018/2/layout/IconVerticalSolidList"/>
    <dgm:cxn modelId="{B62985F5-88D2-410F-B346-786118E34561}" type="presParOf" srcId="{66FEDAEF-0761-4F2E-B0A4-638022A0E23F}" destId="{A2E37388-969D-40AD-A8B3-1409E9B2D079}" srcOrd="0" destOrd="0" presId="urn:microsoft.com/office/officeart/2018/2/layout/IconVerticalSolidList"/>
    <dgm:cxn modelId="{C397486B-BCCF-485E-A229-046EFFE99875}" type="presParOf" srcId="{66FEDAEF-0761-4F2E-B0A4-638022A0E23F}" destId="{393C9ED6-D415-4CB3-9071-C2EEAD065A68}" srcOrd="1" destOrd="0" presId="urn:microsoft.com/office/officeart/2018/2/layout/IconVerticalSolidList"/>
    <dgm:cxn modelId="{FDC88AE1-D5C7-4286-A7AB-FC398AC88F94}" type="presParOf" srcId="{66FEDAEF-0761-4F2E-B0A4-638022A0E23F}" destId="{E08EB9E4-4282-483F-83B1-47658AC5875D}" srcOrd="2" destOrd="0" presId="urn:microsoft.com/office/officeart/2018/2/layout/IconVerticalSolidList"/>
    <dgm:cxn modelId="{240D37BC-40B2-47C9-886B-35779A731412}" type="presParOf" srcId="{66FEDAEF-0761-4F2E-B0A4-638022A0E23F}" destId="{065A299F-D184-46E0-95F0-8C10CF3206D8}" srcOrd="3" destOrd="0" presId="urn:microsoft.com/office/officeart/2018/2/layout/IconVerticalSolidList"/>
    <dgm:cxn modelId="{329A4087-0FA4-4B72-AD68-886E784E28BE}" type="presParOf" srcId="{3EDF1637-740F-4E41-A2DD-C3A94F27BC2D}" destId="{5BEB429B-B0D3-4216-B53C-B6356B6AC772}" srcOrd="5" destOrd="0" presId="urn:microsoft.com/office/officeart/2018/2/layout/IconVerticalSolidList"/>
    <dgm:cxn modelId="{44CFCB8F-A2EE-490C-AC85-E424B03EDE60}" type="presParOf" srcId="{3EDF1637-740F-4E41-A2DD-C3A94F27BC2D}" destId="{39C49EB0-5778-4037-A7B4-6506F9782CBB}" srcOrd="6" destOrd="0" presId="urn:microsoft.com/office/officeart/2018/2/layout/IconVerticalSolidList"/>
    <dgm:cxn modelId="{16E11EB4-AC30-47AE-9391-816475B30189}" type="presParOf" srcId="{39C49EB0-5778-4037-A7B4-6506F9782CBB}" destId="{B4DB64AB-4DC8-4760-B67A-BAE1DC14CB0E}" srcOrd="0" destOrd="0" presId="urn:microsoft.com/office/officeart/2018/2/layout/IconVerticalSolidList"/>
    <dgm:cxn modelId="{6F2933EF-1319-4531-A0EB-3C9B50700659}" type="presParOf" srcId="{39C49EB0-5778-4037-A7B4-6506F9782CBB}" destId="{C6A13A5F-DD22-42CD-A88C-6E5E71652F69}" srcOrd="1" destOrd="0" presId="urn:microsoft.com/office/officeart/2018/2/layout/IconVerticalSolidList"/>
    <dgm:cxn modelId="{7C02B450-12DF-4B30-86E5-96390F385DC5}" type="presParOf" srcId="{39C49EB0-5778-4037-A7B4-6506F9782CBB}" destId="{A5928C19-49A7-495C-8FD2-869607B7B8C9}" srcOrd="2" destOrd="0" presId="urn:microsoft.com/office/officeart/2018/2/layout/IconVerticalSolidList"/>
    <dgm:cxn modelId="{ED814D84-7214-4D74-969E-C4D28B37B83C}" type="presParOf" srcId="{39C49EB0-5778-4037-A7B4-6506F9782CBB}" destId="{1352F8F0-9E0C-43AA-877D-685DEA786AF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144EEBD-1479-4ABE-A51E-79C3FDBD293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DA71FCB-89D1-4F68-AB2C-3B6DD60158E7}">
      <dgm:prSet/>
      <dgm:spPr/>
      <dgm:t>
        <a:bodyPr/>
        <a:lstStyle/>
        <a:p>
          <a:r>
            <a:rPr lang="en-IN"/>
            <a:t>Built a classification model using TensorFlow that predicts the clusters of movies</a:t>
          </a:r>
          <a:endParaRPr lang="en-US"/>
        </a:p>
      </dgm:t>
    </dgm:pt>
    <dgm:pt modelId="{C4BD3D3E-6EA0-4159-A4AF-B7925AEBE140}" type="parTrans" cxnId="{2C93A6B1-1E48-4932-90B4-734A1AB97263}">
      <dgm:prSet/>
      <dgm:spPr/>
      <dgm:t>
        <a:bodyPr/>
        <a:lstStyle/>
        <a:p>
          <a:endParaRPr lang="en-US"/>
        </a:p>
      </dgm:t>
    </dgm:pt>
    <dgm:pt modelId="{EDF852E8-D272-4563-A0F2-32003A7DFA28}" type="sibTrans" cxnId="{2C93A6B1-1E48-4932-90B4-734A1AB97263}">
      <dgm:prSet/>
      <dgm:spPr/>
      <dgm:t>
        <a:bodyPr/>
        <a:lstStyle/>
        <a:p>
          <a:endParaRPr lang="en-US"/>
        </a:p>
      </dgm:t>
    </dgm:pt>
    <dgm:pt modelId="{C5EC09C2-6C35-4C53-BF33-82CD2E78BB64}">
      <dgm:prSet/>
      <dgm:spPr/>
      <dgm:t>
        <a:bodyPr/>
        <a:lstStyle/>
        <a:p>
          <a:r>
            <a:rPr lang="en-US" b="0" i="0"/>
            <a:t>The sequence and context of words used are captured by the BERT sentence embeddings</a:t>
          </a:r>
          <a:endParaRPr lang="en-US"/>
        </a:p>
      </dgm:t>
    </dgm:pt>
    <dgm:pt modelId="{CAE7D8B2-F844-4A47-A15B-02F6D8311EAD}" type="parTrans" cxnId="{4F392C69-8470-4BA5-B975-644092821D4D}">
      <dgm:prSet/>
      <dgm:spPr/>
      <dgm:t>
        <a:bodyPr/>
        <a:lstStyle/>
        <a:p>
          <a:endParaRPr lang="en-US"/>
        </a:p>
      </dgm:t>
    </dgm:pt>
    <dgm:pt modelId="{F247098D-0E5A-4B02-8668-B1D9CB644C8A}" type="sibTrans" cxnId="{4F392C69-8470-4BA5-B975-644092821D4D}">
      <dgm:prSet/>
      <dgm:spPr/>
      <dgm:t>
        <a:bodyPr/>
        <a:lstStyle/>
        <a:p>
          <a:endParaRPr lang="en-US"/>
        </a:p>
      </dgm:t>
    </dgm:pt>
    <dgm:pt modelId="{B24AD5AC-43AA-4FF0-90BA-DBDB6B5026AA}">
      <dgm:prSet/>
      <dgm:spPr/>
      <dgm:t>
        <a:bodyPr/>
        <a:lstStyle/>
        <a:p>
          <a:r>
            <a:rPr lang="en-US" b="0" i="0"/>
            <a:t>A deep learning model with a simple architecture has been trained by 80-20 split and 5 - fold cross validation</a:t>
          </a:r>
          <a:endParaRPr lang="en-US"/>
        </a:p>
      </dgm:t>
    </dgm:pt>
    <dgm:pt modelId="{C6809CAB-CB86-436E-862A-2BC36D58B2A2}" type="parTrans" cxnId="{69CFE977-9B49-45AA-9EA4-7D2DC74930CD}">
      <dgm:prSet/>
      <dgm:spPr/>
      <dgm:t>
        <a:bodyPr/>
        <a:lstStyle/>
        <a:p>
          <a:endParaRPr lang="en-US"/>
        </a:p>
      </dgm:t>
    </dgm:pt>
    <dgm:pt modelId="{0BD5ACEB-BC74-4419-A9FE-0CC426A7A712}" type="sibTrans" cxnId="{69CFE977-9B49-45AA-9EA4-7D2DC74930CD}">
      <dgm:prSet/>
      <dgm:spPr/>
      <dgm:t>
        <a:bodyPr/>
        <a:lstStyle/>
        <a:p>
          <a:endParaRPr lang="en-US"/>
        </a:p>
      </dgm:t>
    </dgm:pt>
    <dgm:pt modelId="{96E202A6-E159-4162-BFCD-A4478DE7BACE}" type="pres">
      <dgm:prSet presAssocID="{6144EEBD-1479-4ABE-A51E-79C3FDBD293F}" presName="root" presStyleCnt="0">
        <dgm:presLayoutVars>
          <dgm:dir/>
          <dgm:resizeHandles val="exact"/>
        </dgm:presLayoutVars>
      </dgm:prSet>
      <dgm:spPr/>
    </dgm:pt>
    <dgm:pt modelId="{7554FA54-BCF2-41DE-AFDF-5DF6015F7ADB}" type="pres">
      <dgm:prSet presAssocID="{5DA71FCB-89D1-4F68-AB2C-3B6DD60158E7}" presName="compNode" presStyleCnt="0"/>
      <dgm:spPr/>
    </dgm:pt>
    <dgm:pt modelId="{C4272A0A-FB4D-4498-AA04-657C581636CB}" type="pres">
      <dgm:prSet presAssocID="{5DA71FCB-89D1-4F68-AB2C-3B6DD60158E7}" presName="bgRect" presStyleLbl="bgShp" presStyleIdx="0" presStyleCnt="3"/>
      <dgm:spPr/>
    </dgm:pt>
    <dgm:pt modelId="{1B34459D-CC43-4DAB-B670-4B740A822427}" type="pres">
      <dgm:prSet presAssocID="{5DA71FCB-89D1-4F68-AB2C-3B6DD60158E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4D4E5C51-E41E-48C8-B472-B09087AD4DA5}" type="pres">
      <dgm:prSet presAssocID="{5DA71FCB-89D1-4F68-AB2C-3B6DD60158E7}" presName="spaceRect" presStyleCnt="0"/>
      <dgm:spPr/>
    </dgm:pt>
    <dgm:pt modelId="{063DE8FC-EE33-4E78-BCF1-0B284FA964F8}" type="pres">
      <dgm:prSet presAssocID="{5DA71FCB-89D1-4F68-AB2C-3B6DD60158E7}" presName="parTx" presStyleLbl="revTx" presStyleIdx="0" presStyleCnt="3">
        <dgm:presLayoutVars>
          <dgm:chMax val="0"/>
          <dgm:chPref val="0"/>
        </dgm:presLayoutVars>
      </dgm:prSet>
      <dgm:spPr/>
    </dgm:pt>
    <dgm:pt modelId="{98569262-6DC6-4C1E-8EDC-9588E682E785}" type="pres">
      <dgm:prSet presAssocID="{EDF852E8-D272-4563-A0F2-32003A7DFA28}" presName="sibTrans" presStyleCnt="0"/>
      <dgm:spPr/>
    </dgm:pt>
    <dgm:pt modelId="{607CA51D-DBF4-4742-A577-61C59EF46A99}" type="pres">
      <dgm:prSet presAssocID="{C5EC09C2-6C35-4C53-BF33-82CD2E78BB64}" presName="compNode" presStyleCnt="0"/>
      <dgm:spPr/>
    </dgm:pt>
    <dgm:pt modelId="{64B7CC5C-7656-4D31-8032-80BEE9EC5563}" type="pres">
      <dgm:prSet presAssocID="{C5EC09C2-6C35-4C53-BF33-82CD2E78BB64}" presName="bgRect" presStyleLbl="bgShp" presStyleIdx="1" presStyleCnt="3"/>
      <dgm:spPr/>
    </dgm:pt>
    <dgm:pt modelId="{B1799E1D-A34F-4A84-82F8-6FE30C5BF5D6}" type="pres">
      <dgm:prSet presAssocID="{C5EC09C2-6C35-4C53-BF33-82CD2E78BB6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5A3315A5-847D-43D5-9ABA-81164B9F1A77}" type="pres">
      <dgm:prSet presAssocID="{C5EC09C2-6C35-4C53-BF33-82CD2E78BB64}" presName="spaceRect" presStyleCnt="0"/>
      <dgm:spPr/>
    </dgm:pt>
    <dgm:pt modelId="{40DEA0A4-2802-4D1E-B614-8A04EE131BB1}" type="pres">
      <dgm:prSet presAssocID="{C5EC09C2-6C35-4C53-BF33-82CD2E78BB64}" presName="parTx" presStyleLbl="revTx" presStyleIdx="1" presStyleCnt="3">
        <dgm:presLayoutVars>
          <dgm:chMax val="0"/>
          <dgm:chPref val="0"/>
        </dgm:presLayoutVars>
      </dgm:prSet>
      <dgm:spPr/>
    </dgm:pt>
    <dgm:pt modelId="{C37AC34E-19CF-46A7-8F98-13C4183557F0}" type="pres">
      <dgm:prSet presAssocID="{F247098D-0E5A-4B02-8668-B1D9CB644C8A}" presName="sibTrans" presStyleCnt="0"/>
      <dgm:spPr/>
    </dgm:pt>
    <dgm:pt modelId="{81A1D663-F75F-4B59-895C-6E013677FED6}" type="pres">
      <dgm:prSet presAssocID="{B24AD5AC-43AA-4FF0-90BA-DBDB6B5026AA}" presName="compNode" presStyleCnt="0"/>
      <dgm:spPr/>
    </dgm:pt>
    <dgm:pt modelId="{A0088B31-CEF4-47BD-98CC-214D1728D352}" type="pres">
      <dgm:prSet presAssocID="{B24AD5AC-43AA-4FF0-90BA-DBDB6B5026AA}" presName="bgRect" presStyleLbl="bgShp" presStyleIdx="2" presStyleCnt="3"/>
      <dgm:spPr/>
    </dgm:pt>
    <dgm:pt modelId="{365F4793-ED12-4212-B882-5B77C8856300}" type="pres">
      <dgm:prSet presAssocID="{B24AD5AC-43AA-4FF0-90BA-DBDB6B5026A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737D12B2-44B5-48AA-BBD6-DED987148799}" type="pres">
      <dgm:prSet presAssocID="{B24AD5AC-43AA-4FF0-90BA-DBDB6B5026AA}" presName="spaceRect" presStyleCnt="0"/>
      <dgm:spPr/>
    </dgm:pt>
    <dgm:pt modelId="{22079495-76A5-4FD6-9F5B-4B5BD1FB3C67}" type="pres">
      <dgm:prSet presAssocID="{B24AD5AC-43AA-4FF0-90BA-DBDB6B5026A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3A68908-A069-4C24-984D-EBFFC407F60E}" type="presOf" srcId="{B24AD5AC-43AA-4FF0-90BA-DBDB6B5026AA}" destId="{22079495-76A5-4FD6-9F5B-4B5BD1FB3C67}" srcOrd="0" destOrd="0" presId="urn:microsoft.com/office/officeart/2018/2/layout/IconVerticalSolidList"/>
    <dgm:cxn modelId="{F6119C2C-4085-489C-A5D6-C2018DF9FE11}" type="presOf" srcId="{6144EEBD-1479-4ABE-A51E-79C3FDBD293F}" destId="{96E202A6-E159-4162-BFCD-A4478DE7BACE}" srcOrd="0" destOrd="0" presId="urn:microsoft.com/office/officeart/2018/2/layout/IconVerticalSolidList"/>
    <dgm:cxn modelId="{4F392C69-8470-4BA5-B975-644092821D4D}" srcId="{6144EEBD-1479-4ABE-A51E-79C3FDBD293F}" destId="{C5EC09C2-6C35-4C53-BF33-82CD2E78BB64}" srcOrd="1" destOrd="0" parTransId="{CAE7D8B2-F844-4A47-A15B-02F6D8311EAD}" sibTransId="{F247098D-0E5A-4B02-8668-B1D9CB644C8A}"/>
    <dgm:cxn modelId="{26E82351-5986-44E4-960D-65AE8B7106B0}" type="presOf" srcId="{5DA71FCB-89D1-4F68-AB2C-3B6DD60158E7}" destId="{063DE8FC-EE33-4E78-BCF1-0B284FA964F8}" srcOrd="0" destOrd="0" presId="urn:microsoft.com/office/officeart/2018/2/layout/IconVerticalSolidList"/>
    <dgm:cxn modelId="{69CFE977-9B49-45AA-9EA4-7D2DC74930CD}" srcId="{6144EEBD-1479-4ABE-A51E-79C3FDBD293F}" destId="{B24AD5AC-43AA-4FF0-90BA-DBDB6B5026AA}" srcOrd="2" destOrd="0" parTransId="{C6809CAB-CB86-436E-862A-2BC36D58B2A2}" sibTransId="{0BD5ACEB-BC74-4419-A9FE-0CC426A7A712}"/>
    <dgm:cxn modelId="{F39D2E79-CE66-4BBF-8F2E-D6ADC129FC20}" type="presOf" srcId="{C5EC09C2-6C35-4C53-BF33-82CD2E78BB64}" destId="{40DEA0A4-2802-4D1E-B614-8A04EE131BB1}" srcOrd="0" destOrd="0" presId="urn:microsoft.com/office/officeart/2018/2/layout/IconVerticalSolidList"/>
    <dgm:cxn modelId="{2C93A6B1-1E48-4932-90B4-734A1AB97263}" srcId="{6144EEBD-1479-4ABE-A51E-79C3FDBD293F}" destId="{5DA71FCB-89D1-4F68-AB2C-3B6DD60158E7}" srcOrd="0" destOrd="0" parTransId="{C4BD3D3E-6EA0-4159-A4AF-B7925AEBE140}" sibTransId="{EDF852E8-D272-4563-A0F2-32003A7DFA28}"/>
    <dgm:cxn modelId="{E26EB584-F66E-4FCC-A8E7-EAFBB80DCBD7}" type="presParOf" srcId="{96E202A6-E159-4162-BFCD-A4478DE7BACE}" destId="{7554FA54-BCF2-41DE-AFDF-5DF6015F7ADB}" srcOrd="0" destOrd="0" presId="urn:microsoft.com/office/officeart/2018/2/layout/IconVerticalSolidList"/>
    <dgm:cxn modelId="{7EC49A91-F3A0-4545-9531-EF46F144892B}" type="presParOf" srcId="{7554FA54-BCF2-41DE-AFDF-5DF6015F7ADB}" destId="{C4272A0A-FB4D-4498-AA04-657C581636CB}" srcOrd="0" destOrd="0" presId="urn:microsoft.com/office/officeart/2018/2/layout/IconVerticalSolidList"/>
    <dgm:cxn modelId="{5201441D-AFB3-4176-86E8-96F01F326456}" type="presParOf" srcId="{7554FA54-BCF2-41DE-AFDF-5DF6015F7ADB}" destId="{1B34459D-CC43-4DAB-B670-4B740A822427}" srcOrd="1" destOrd="0" presId="urn:microsoft.com/office/officeart/2018/2/layout/IconVerticalSolidList"/>
    <dgm:cxn modelId="{C12D60AD-4C87-42CC-AD03-2BE523996026}" type="presParOf" srcId="{7554FA54-BCF2-41DE-AFDF-5DF6015F7ADB}" destId="{4D4E5C51-E41E-48C8-B472-B09087AD4DA5}" srcOrd="2" destOrd="0" presId="urn:microsoft.com/office/officeart/2018/2/layout/IconVerticalSolidList"/>
    <dgm:cxn modelId="{1262090D-10AC-4C03-8F19-75F2E736A2CD}" type="presParOf" srcId="{7554FA54-BCF2-41DE-AFDF-5DF6015F7ADB}" destId="{063DE8FC-EE33-4E78-BCF1-0B284FA964F8}" srcOrd="3" destOrd="0" presId="urn:microsoft.com/office/officeart/2018/2/layout/IconVerticalSolidList"/>
    <dgm:cxn modelId="{DC832B6A-F5E6-4F9F-8963-32EE64AFE197}" type="presParOf" srcId="{96E202A6-E159-4162-BFCD-A4478DE7BACE}" destId="{98569262-6DC6-4C1E-8EDC-9588E682E785}" srcOrd="1" destOrd="0" presId="urn:microsoft.com/office/officeart/2018/2/layout/IconVerticalSolidList"/>
    <dgm:cxn modelId="{D55B8018-AFA2-4A5E-B610-CBCEC254FA47}" type="presParOf" srcId="{96E202A6-E159-4162-BFCD-A4478DE7BACE}" destId="{607CA51D-DBF4-4742-A577-61C59EF46A99}" srcOrd="2" destOrd="0" presId="urn:microsoft.com/office/officeart/2018/2/layout/IconVerticalSolidList"/>
    <dgm:cxn modelId="{49C88DB3-449F-4EBE-9697-C393E724CDEA}" type="presParOf" srcId="{607CA51D-DBF4-4742-A577-61C59EF46A99}" destId="{64B7CC5C-7656-4D31-8032-80BEE9EC5563}" srcOrd="0" destOrd="0" presId="urn:microsoft.com/office/officeart/2018/2/layout/IconVerticalSolidList"/>
    <dgm:cxn modelId="{AB90008D-1E4D-4361-BFA0-61E3FB831A4D}" type="presParOf" srcId="{607CA51D-DBF4-4742-A577-61C59EF46A99}" destId="{B1799E1D-A34F-4A84-82F8-6FE30C5BF5D6}" srcOrd="1" destOrd="0" presId="urn:microsoft.com/office/officeart/2018/2/layout/IconVerticalSolidList"/>
    <dgm:cxn modelId="{979682D2-BE52-4216-A14B-6E0E0F37CAB7}" type="presParOf" srcId="{607CA51D-DBF4-4742-A577-61C59EF46A99}" destId="{5A3315A5-847D-43D5-9ABA-81164B9F1A77}" srcOrd="2" destOrd="0" presId="urn:microsoft.com/office/officeart/2018/2/layout/IconVerticalSolidList"/>
    <dgm:cxn modelId="{A6DE1CFF-BBAD-4DFA-96A8-43EB13FD24D5}" type="presParOf" srcId="{607CA51D-DBF4-4742-A577-61C59EF46A99}" destId="{40DEA0A4-2802-4D1E-B614-8A04EE131BB1}" srcOrd="3" destOrd="0" presId="urn:microsoft.com/office/officeart/2018/2/layout/IconVerticalSolidList"/>
    <dgm:cxn modelId="{6B595620-0270-400B-8361-C627AD76C43C}" type="presParOf" srcId="{96E202A6-E159-4162-BFCD-A4478DE7BACE}" destId="{C37AC34E-19CF-46A7-8F98-13C4183557F0}" srcOrd="3" destOrd="0" presId="urn:microsoft.com/office/officeart/2018/2/layout/IconVerticalSolidList"/>
    <dgm:cxn modelId="{379DAE90-26B5-4166-8A96-1A78F53BA79E}" type="presParOf" srcId="{96E202A6-E159-4162-BFCD-A4478DE7BACE}" destId="{81A1D663-F75F-4B59-895C-6E013677FED6}" srcOrd="4" destOrd="0" presId="urn:microsoft.com/office/officeart/2018/2/layout/IconVerticalSolidList"/>
    <dgm:cxn modelId="{A55E7C62-0520-466E-B93A-01B9A03FDC2D}" type="presParOf" srcId="{81A1D663-F75F-4B59-895C-6E013677FED6}" destId="{A0088B31-CEF4-47BD-98CC-214D1728D352}" srcOrd="0" destOrd="0" presId="urn:microsoft.com/office/officeart/2018/2/layout/IconVerticalSolidList"/>
    <dgm:cxn modelId="{39558507-BFE0-4C62-8E53-A5FF7F458843}" type="presParOf" srcId="{81A1D663-F75F-4B59-895C-6E013677FED6}" destId="{365F4793-ED12-4212-B882-5B77C8856300}" srcOrd="1" destOrd="0" presId="urn:microsoft.com/office/officeart/2018/2/layout/IconVerticalSolidList"/>
    <dgm:cxn modelId="{45DC2853-7890-4EA9-95B2-979F9C4D4B43}" type="presParOf" srcId="{81A1D663-F75F-4B59-895C-6E013677FED6}" destId="{737D12B2-44B5-48AA-BBD6-DED987148799}" srcOrd="2" destOrd="0" presId="urn:microsoft.com/office/officeart/2018/2/layout/IconVerticalSolidList"/>
    <dgm:cxn modelId="{7655B858-4896-48D7-A2ED-17B543CE21F1}" type="presParOf" srcId="{81A1D663-F75F-4B59-895C-6E013677FED6}" destId="{22079495-76A5-4FD6-9F5B-4B5BD1FB3C6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207ABA-F0D8-4CDC-B80B-8F4E83C01C53}">
      <dsp:nvSpPr>
        <dsp:cNvPr id="0" name=""/>
        <dsp:cNvSpPr/>
      </dsp:nvSpPr>
      <dsp:spPr>
        <a:xfrm>
          <a:off x="0" y="4418"/>
          <a:ext cx="6248400" cy="9412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3BFD30-F702-4DFA-B3A0-90E9E493E2F9}">
      <dsp:nvSpPr>
        <dsp:cNvPr id="0" name=""/>
        <dsp:cNvSpPr/>
      </dsp:nvSpPr>
      <dsp:spPr>
        <a:xfrm>
          <a:off x="284724" y="216197"/>
          <a:ext cx="517680" cy="51768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4CE213-3528-4055-9105-35C85F0F0165}">
      <dsp:nvSpPr>
        <dsp:cNvPr id="0" name=""/>
        <dsp:cNvSpPr/>
      </dsp:nvSpPr>
      <dsp:spPr>
        <a:xfrm>
          <a:off x="1087129" y="4418"/>
          <a:ext cx="5161270" cy="941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614" tIns="99614" rIns="99614" bIns="9961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People have a preference to story types while choosing movies</a:t>
          </a:r>
          <a:endParaRPr lang="en-US" sz="1900" kern="1200"/>
        </a:p>
      </dsp:txBody>
      <dsp:txXfrm>
        <a:off x="1087129" y="4418"/>
        <a:ext cx="5161270" cy="941237"/>
      </dsp:txXfrm>
    </dsp:sp>
    <dsp:sp modelId="{C3DB3139-B6F7-49CC-87FA-D38DD0100D65}">
      <dsp:nvSpPr>
        <dsp:cNvPr id="0" name=""/>
        <dsp:cNvSpPr/>
      </dsp:nvSpPr>
      <dsp:spPr>
        <a:xfrm>
          <a:off x="0" y="1180965"/>
          <a:ext cx="6248400" cy="9412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93B4F9-3C93-4AA2-B5B3-8934E650F1AA}">
      <dsp:nvSpPr>
        <dsp:cNvPr id="0" name=""/>
        <dsp:cNvSpPr/>
      </dsp:nvSpPr>
      <dsp:spPr>
        <a:xfrm>
          <a:off x="284724" y="1392744"/>
          <a:ext cx="517680" cy="51768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8C380C-B755-4126-B7DB-8E3C3E1C7BE7}">
      <dsp:nvSpPr>
        <dsp:cNvPr id="0" name=""/>
        <dsp:cNvSpPr/>
      </dsp:nvSpPr>
      <dsp:spPr>
        <a:xfrm>
          <a:off x="1087129" y="1180965"/>
          <a:ext cx="5161270" cy="941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614" tIns="99614" rIns="99614" bIns="9961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This could be something they are unaware of</a:t>
          </a:r>
          <a:endParaRPr lang="en-US" sz="1900" kern="1200"/>
        </a:p>
      </dsp:txBody>
      <dsp:txXfrm>
        <a:off x="1087129" y="1180965"/>
        <a:ext cx="5161270" cy="941237"/>
      </dsp:txXfrm>
    </dsp:sp>
    <dsp:sp modelId="{91AEEA61-921C-4911-A9CE-8717B15B4E5E}">
      <dsp:nvSpPr>
        <dsp:cNvPr id="0" name=""/>
        <dsp:cNvSpPr/>
      </dsp:nvSpPr>
      <dsp:spPr>
        <a:xfrm>
          <a:off x="0" y="2357512"/>
          <a:ext cx="6248400" cy="9412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D9B1D7-BF98-4C70-A3E3-2F9B8F67B962}">
      <dsp:nvSpPr>
        <dsp:cNvPr id="0" name=""/>
        <dsp:cNvSpPr/>
      </dsp:nvSpPr>
      <dsp:spPr>
        <a:xfrm>
          <a:off x="284724" y="2569291"/>
          <a:ext cx="517680" cy="51768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66438E-D6A9-4C90-A84B-2D5ABA0161EF}">
      <dsp:nvSpPr>
        <dsp:cNvPr id="0" name=""/>
        <dsp:cNvSpPr/>
      </dsp:nvSpPr>
      <dsp:spPr>
        <a:xfrm>
          <a:off x="1087129" y="2357512"/>
          <a:ext cx="5161270" cy="941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614" tIns="99614" rIns="99614" bIns="9961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Create clusters of movies with similar storyline or setting</a:t>
          </a:r>
          <a:endParaRPr lang="en-US" sz="1900" kern="1200"/>
        </a:p>
      </dsp:txBody>
      <dsp:txXfrm>
        <a:off x="1087129" y="2357512"/>
        <a:ext cx="5161270" cy="941237"/>
      </dsp:txXfrm>
    </dsp:sp>
    <dsp:sp modelId="{E9231F5F-52EF-4F34-B9BC-650F952D3B82}">
      <dsp:nvSpPr>
        <dsp:cNvPr id="0" name=""/>
        <dsp:cNvSpPr/>
      </dsp:nvSpPr>
      <dsp:spPr>
        <a:xfrm>
          <a:off x="0" y="3534059"/>
          <a:ext cx="6248400" cy="9412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F56861-6BF2-45DE-9F46-E3E05982FFAD}">
      <dsp:nvSpPr>
        <dsp:cNvPr id="0" name=""/>
        <dsp:cNvSpPr/>
      </dsp:nvSpPr>
      <dsp:spPr>
        <a:xfrm>
          <a:off x="284724" y="3745838"/>
          <a:ext cx="517680" cy="51768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0C3C09-4688-4EB4-9B99-F885C076A81A}">
      <dsp:nvSpPr>
        <dsp:cNvPr id="0" name=""/>
        <dsp:cNvSpPr/>
      </dsp:nvSpPr>
      <dsp:spPr>
        <a:xfrm>
          <a:off x="1087129" y="3534059"/>
          <a:ext cx="5161270" cy="941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614" tIns="99614" rIns="99614" bIns="9961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Use those clusters to enhance recommender systems</a:t>
          </a:r>
          <a:endParaRPr lang="en-US" sz="1900" kern="1200"/>
        </a:p>
      </dsp:txBody>
      <dsp:txXfrm>
        <a:off x="1087129" y="3534059"/>
        <a:ext cx="5161270" cy="941237"/>
      </dsp:txXfrm>
    </dsp:sp>
    <dsp:sp modelId="{483DFD9A-29D5-4C75-93E7-63C406AFA5FE}">
      <dsp:nvSpPr>
        <dsp:cNvPr id="0" name=""/>
        <dsp:cNvSpPr/>
      </dsp:nvSpPr>
      <dsp:spPr>
        <a:xfrm>
          <a:off x="0" y="4710606"/>
          <a:ext cx="6248400" cy="9412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4A1FBD-8F29-49D4-9D3C-2B0E5AF18025}">
      <dsp:nvSpPr>
        <dsp:cNvPr id="0" name=""/>
        <dsp:cNvSpPr/>
      </dsp:nvSpPr>
      <dsp:spPr>
        <a:xfrm>
          <a:off x="284724" y="4922384"/>
          <a:ext cx="517680" cy="51768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83D693-0789-4B64-91F4-207426422506}">
      <dsp:nvSpPr>
        <dsp:cNvPr id="0" name=""/>
        <dsp:cNvSpPr/>
      </dsp:nvSpPr>
      <dsp:spPr>
        <a:xfrm>
          <a:off x="1087129" y="4710606"/>
          <a:ext cx="5161270" cy="941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614" tIns="99614" rIns="99614" bIns="9961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Genre and Rating also help in recommendations</a:t>
          </a:r>
          <a:endParaRPr lang="en-US" sz="1900" kern="1200"/>
        </a:p>
      </dsp:txBody>
      <dsp:txXfrm>
        <a:off x="1087129" y="4710606"/>
        <a:ext cx="5161270" cy="9412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F94238-4BCF-400D-9AB2-3FCB20121996}">
      <dsp:nvSpPr>
        <dsp:cNvPr id="0" name=""/>
        <dsp:cNvSpPr/>
      </dsp:nvSpPr>
      <dsp:spPr>
        <a:xfrm>
          <a:off x="0" y="2347"/>
          <a:ext cx="6248400" cy="11898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3696EB-9026-42A6-A1CC-25D1EEB41E4C}">
      <dsp:nvSpPr>
        <dsp:cNvPr id="0" name=""/>
        <dsp:cNvSpPr/>
      </dsp:nvSpPr>
      <dsp:spPr>
        <a:xfrm>
          <a:off x="359915" y="270053"/>
          <a:ext cx="654392" cy="6543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2818C3-F6B2-4066-B15F-FC0DED7C7616}">
      <dsp:nvSpPr>
        <dsp:cNvPr id="0" name=""/>
        <dsp:cNvSpPr/>
      </dsp:nvSpPr>
      <dsp:spPr>
        <a:xfrm>
          <a:off x="1374223" y="2347"/>
          <a:ext cx="4874176" cy="1189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921" tIns="125921" rIns="125921" bIns="12592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Identify important features</a:t>
          </a:r>
          <a:endParaRPr lang="en-US" sz="2200" kern="1200"/>
        </a:p>
      </dsp:txBody>
      <dsp:txXfrm>
        <a:off x="1374223" y="2347"/>
        <a:ext cx="4874176" cy="1189803"/>
      </dsp:txXfrm>
    </dsp:sp>
    <dsp:sp modelId="{7105601D-465F-46D3-9CE1-DB02E179E394}">
      <dsp:nvSpPr>
        <dsp:cNvPr id="0" name=""/>
        <dsp:cNvSpPr/>
      </dsp:nvSpPr>
      <dsp:spPr>
        <a:xfrm>
          <a:off x="0" y="1489602"/>
          <a:ext cx="6248400" cy="11898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D8AF42-4AAC-4171-8FEB-026572F8210E}">
      <dsp:nvSpPr>
        <dsp:cNvPr id="0" name=""/>
        <dsp:cNvSpPr/>
      </dsp:nvSpPr>
      <dsp:spPr>
        <a:xfrm>
          <a:off x="359915" y="1757308"/>
          <a:ext cx="654392" cy="6543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4E5A61-3729-47E3-BCAC-915599EFD41C}">
      <dsp:nvSpPr>
        <dsp:cNvPr id="0" name=""/>
        <dsp:cNvSpPr/>
      </dsp:nvSpPr>
      <dsp:spPr>
        <a:xfrm>
          <a:off x="1374223" y="1489602"/>
          <a:ext cx="4874176" cy="1189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921" tIns="125921" rIns="125921" bIns="12592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Data Cleaning</a:t>
          </a:r>
          <a:endParaRPr lang="en-US" sz="2200" kern="1200"/>
        </a:p>
      </dsp:txBody>
      <dsp:txXfrm>
        <a:off x="1374223" y="1489602"/>
        <a:ext cx="4874176" cy="1189803"/>
      </dsp:txXfrm>
    </dsp:sp>
    <dsp:sp modelId="{4416946A-68A7-44EC-BE19-9D3B544A64D2}">
      <dsp:nvSpPr>
        <dsp:cNvPr id="0" name=""/>
        <dsp:cNvSpPr/>
      </dsp:nvSpPr>
      <dsp:spPr>
        <a:xfrm>
          <a:off x="0" y="2976856"/>
          <a:ext cx="6248400" cy="11898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317528-9516-4FB8-94D6-07CC8742CB9E}">
      <dsp:nvSpPr>
        <dsp:cNvPr id="0" name=""/>
        <dsp:cNvSpPr/>
      </dsp:nvSpPr>
      <dsp:spPr>
        <a:xfrm>
          <a:off x="359915" y="3244562"/>
          <a:ext cx="654392" cy="6543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1DD4D5-F412-47C8-8C43-2D63D4C8CD13}">
      <dsp:nvSpPr>
        <dsp:cNvPr id="0" name=""/>
        <dsp:cNvSpPr/>
      </dsp:nvSpPr>
      <dsp:spPr>
        <a:xfrm>
          <a:off x="1374223" y="2976856"/>
          <a:ext cx="4874176" cy="1189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921" tIns="125921" rIns="125921" bIns="12592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Clustering to find similar movies</a:t>
          </a:r>
          <a:endParaRPr lang="en-US" sz="2200" kern="1200"/>
        </a:p>
      </dsp:txBody>
      <dsp:txXfrm>
        <a:off x="1374223" y="2976856"/>
        <a:ext cx="4874176" cy="1189803"/>
      </dsp:txXfrm>
    </dsp:sp>
    <dsp:sp modelId="{C1A4AA17-1949-41F1-BAB0-531B3C32CB10}">
      <dsp:nvSpPr>
        <dsp:cNvPr id="0" name=""/>
        <dsp:cNvSpPr/>
      </dsp:nvSpPr>
      <dsp:spPr>
        <a:xfrm>
          <a:off x="0" y="4464111"/>
          <a:ext cx="6248400" cy="11898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923488-80FD-4FA1-93DA-2D1191404EC8}">
      <dsp:nvSpPr>
        <dsp:cNvPr id="0" name=""/>
        <dsp:cNvSpPr/>
      </dsp:nvSpPr>
      <dsp:spPr>
        <a:xfrm>
          <a:off x="359915" y="4731817"/>
          <a:ext cx="654392" cy="65439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B2B4D6-A8AB-4727-867F-F8EFAD26BD27}">
      <dsp:nvSpPr>
        <dsp:cNvPr id="0" name=""/>
        <dsp:cNvSpPr/>
      </dsp:nvSpPr>
      <dsp:spPr>
        <a:xfrm>
          <a:off x="1374223" y="4464111"/>
          <a:ext cx="4874176" cy="1189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921" tIns="125921" rIns="125921" bIns="12592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Classification to predict clusters</a:t>
          </a:r>
          <a:endParaRPr lang="en-US" sz="2200" kern="1200"/>
        </a:p>
      </dsp:txBody>
      <dsp:txXfrm>
        <a:off x="1374223" y="4464111"/>
        <a:ext cx="4874176" cy="118980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88F8F4-28E9-412C-9506-95DAEE3E4BA9}">
      <dsp:nvSpPr>
        <dsp:cNvPr id="0" name=""/>
        <dsp:cNvSpPr/>
      </dsp:nvSpPr>
      <dsp:spPr>
        <a:xfrm>
          <a:off x="0" y="51841"/>
          <a:ext cx="6578523" cy="6715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/>
            <a:t>Rating </a:t>
          </a:r>
          <a:endParaRPr lang="en-US" sz="2800" kern="1200"/>
        </a:p>
      </dsp:txBody>
      <dsp:txXfrm>
        <a:off x="32784" y="84625"/>
        <a:ext cx="6512955" cy="606012"/>
      </dsp:txXfrm>
    </dsp:sp>
    <dsp:sp modelId="{5AC61A98-703F-4DA4-BE49-87FF3C1183C8}">
      <dsp:nvSpPr>
        <dsp:cNvPr id="0" name=""/>
        <dsp:cNvSpPr/>
      </dsp:nvSpPr>
      <dsp:spPr>
        <a:xfrm>
          <a:off x="0" y="723421"/>
          <a:ext cx="6578523" cy="1391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8868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kern="1200" baseline="0"/>
            <a:t>TV-MA, R, PG-13, TV-14, TV-PG, NR, TV-G, TV-Y, TV-Y7, PG, G, NC-17, TV-Y7-FV, UR 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200" kern="1200"/>
            <a:t>To target the right kind of movie to the right audience</a:t>
          </a:r>
          <a:endParaRPr lang="en-US" sz="2200" kern="1200"/>
        </a:p>
      </dsp:txBody>
      <dsp:txXfrm>
        <a:off x="0" y="723421"/>
        <a:ext cx="6578523" cy="1391040"/>
      </dsp:txXfrm>
    </dsp:sp>
    <dsp:sp modelId="{2B5BE981-324E-4042-8A82-7C4F982CE8B0}">
      <dsp:nvSpPr>
        <dsp:cNvPr id="0" name=""/>
        <dsp:cNvSpPr/>
      </dsp:nvSpPr>
      <dsp:spPr>
        <a:xfrm>
          <a:off x="0" y="2114461"/>
          <a:ext cx="6578523" cy="671580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/>
            <a:t>Genre</a:t>
          </a:r>
          <a:endParaRPr lang="en-US" sz="2800" kern="1200"/>
        </a:p>
      </dsp:txBody>
      <dsp:txXfrm>
        <a:off x="32784" y="2147245"/>
        <a:ext cx="6512955" cy="606012"/>
      </dsp:txXfrm>
    </dsp:sp>
    <dsp:sp modelId="{321DEEB8-EDFE-403D-8420-E9F9F5DD674B}">
      <dsp:nvSpPr>
        <dsp:cNvPr id="0" name=""/>
        <dsp:cNvSpPr/>
      </dsp:nvSpPr>
      <dsp:spPr>
        <a:xfrm>
          <a:off x="0" y="2786041"/>
          <a:ext cx="6578523" cy="75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8868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200" kern="1200"/>
            <a:t>Crime, Horror, Drama, Anime, Comedy etc.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200" kern="1200"/>
            <a:t>Helps in identifying similarities in storylines</a:t>
          </a:r>
          <a:endParaRPr lang="en-US" sz="2200" kern="1200"/>
        </a:p>
      </dsp:txBody>
      <dsp:txXfrm>
        <a:off x="0" y="2786041"/>
        <a:ext cx="6578523" cy="753480"/>
      </dsp:txXfrm>
    </dsp:sp>
    <dsp:sp modelId="{A764C523-CEF3-433A-BFA6-AEA3C4DE8F31}">
      <dsp:nvSpPr>
        <dsp:cNvPr id="0" name=""/>
        <dsp:cNvSpPr/>
      </dsp:nvSpPr>
      <dsp:spPr>
        <a:xfrm>
          <a:off x="0" y="3539521"/>
          <a:ext cx="6578523" cy="67158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/>
            <a:t>Description</a:t>
          </a:r>
          <a:endParaRPr lang="en-US" sz="2800" kern="1200"/>
        </a:p>
      </dsp:txBody>
      <dsp:txXfrm>
        <a:off x="32784" y="3572305"/>
        <a:ext cx="6512955" cy="606012"/>
      </dsp:txXfrm>
    </dsp:sp>
    <dsp:sp modelId="{40D314A4-6971-4A3F-96EF-23B13BF296AF}">
      <dsp:nvSpPr>
        <dsp:cNvPr id="0" name=""/>
        <dsp:cNvSpPr/>
      </dsp:nvSpPr>
      <dsp:spPr>
        <a:xfrm>
          <a:off x="0" y="4211101"/>
          <a:ext cx="6578523" cy="695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8868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200" kern="1200"/>
            <a:t>Helps in grouping similar stories or movies in similar settings</a:t>
          </a:r>
          <a:endParaRPr lang="en-US" sz="2200" kern="1200"/>
        </a:p>
      </dsp:txBody>
      <dsp:txXfrm>
        <a:off x="0" y="4211101"/>
        <a:ext cx="6578523" cy="6955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643455-E29A-451D-9AD0-A4CC343D7778}">
      <dsp:nvSpPr>
        <dsp:cNvPr id="0" name=""/>
        <dsp:cNvSpPr/>
      </dsp:nvSpPr>
      <dsp:spPr>
        <a:xfrm>
          <a:off x="0" y="2347"/>
          <a:ext cx="6248400" cy="11898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1A509E-E8A5-4361-84F9-B0A8BE4AED8F}">
      <dsp:nvSpPr>
        <dsp:cNvPr id="0" name=""/>
        <dsp:cNvSpPr/>
      </dsp:nvSpPr>
      <dsp:spPr>
        <a:xfrm>
          <a:off x="359915" y="270053"/>
          <a:ext cx="654392" cy="6543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858252-7D41-4844-A0C5-3992BFBA43FB}">
      <dsp:nvSpPr>
        <dsp:cNvPr id="0" name=""/>
        <dsp:cNvSpPr/>
      </dsp:nvSpPr>
      <dsp:spPr>
        <a:xfrm>
          <a:off x="1374223" y="2347"/>
          <a:ext cx="4874176" cy="1189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921" tIns="125921" rIns="125921" bIns="12592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Drop all other unwanted columns</a:t>
          </a:r>
          <a:endParaRPr lang="en-US" sz="2200" kern="1200"/>
        </a:p>
      </dsp:txBody>
      <dsp:txXfrm>
        <a:off x="1374223" y="2347"/>
        <a:ext cx="4874176" cy="1189803"/>
      </dsp:txXfrm>
    </dsp:sp>
    <dsp:sp modelId="{02673328-6D0F-4AF4-971B-AAEDF743B4B7}">
      <dsp:nvSpPr>
        <dsp:cNvPr id="0" name=""/>
        <dsp:cNvSpPr/>
      </dsp:nvSpPr>
      <dsp:spPr>
        <a:xfrm>
          <a:off x="0" y="1489602"/>
          <a:ext cx="6248400" cy="11898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57F00C-AF24-48FD-B9C7-4B3EA6E0EFF6}">
      <dsp:nvSpPr>
        <dsp:cNvPr id="0" name=""/>
        <dsp:cNvSpPr/>
      </dsp:nvSpPr>
      <dsp:spPr>
        <a:xfrm>
          <a:off x="359915" y="1757308"/>
          <a:ext cx="654392" cy="6543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7623A7-996A-4B17-A16D-7D15FD6E560C}">
      <dsp:nvSpPr>
        <dsp:cNvPr id="0" name=""/>
        <dsp:cNvSpPr/>
      </dsp:nvSpPr>
      <dsp:spPr>
        <a:xfrm>
          <a:off x="1374223" y="1489602"/>
          <a:ext cx="4874176" cy="1189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921" tIns="125921" rIns="125921" bIns="12592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Rating is a categorical column</a:t>
          </a:r>
          <a:endParaRPr lang="en-US" sz="2200" kern="1200"/>
        </a:p>
      </dsp:txBody>
      <dsp:txXfrm>
        <a:off x="1374223" y="1489602"/>
        <a:ext cx="4874176" cy="1189803"/>
      </dsp:txXfrm>
    </dsp:sp>
    <dsp:sp modelId="{79167D95-4EE5-4440-9FBD-D2DCEDC09313}">
      <dsp:nvSpPr>
        <dsp:cNvPr id="0" name=""/>
        <dsp:cNvSpPr/>
      </dsp:nvSpPr>
      <dsp:spPr>
        <a:xfrm>
          <a:off x="0" y="2976856"/>
          <a:ext cx="6248400" cy="11898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794F2A-097A-4C1E-BF48-534F08D17311}">
      <dsp:nvSpPr>
        <dsp:cNvPr id="0" name=""/>
        <dsp:cNvSpPr/>
      </dsp:nvSpPr>
      <dsp:spPr>
        <a:xfrm>
          <a:off x="359915" y="3244562"/>
          <a:ext cx="654392" cy="6543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D1F7F1-B055-4539-9C90-A292E6B7D7C9}">
      <dsp:nvSpPr>
        <dsp:cNvPr id="0" name=""/>
        <dsp:cNvSpPr/>
      </dsp:nvSpPr>
      <dsp:spPr>
        <a:xfrm>
          <a:off x="1374223" y="2976856"/>
          <a:ext cx="4874176" cy="1189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921" tIns="125921" rIns="125921" bIns="12592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One – hot encode the column values</a:t>
          </a:r>
          <a:endParaRPr lang="en-US" sz="2200" kern="1200"/>
        </a:p>
      </dsp:txBody>
      <dsp:txXfrm>
        <a:off x="1374223" y="2976856"/>
        <a:ext cx="4874176" cy="1189803"/>
      </dsp:txXfrm>
    </dsp:sp>
    <dsp:sp modelId="{A0216240-C3D0-447B-8189-AEC86368EA79}">
      <dsp:nvSpPr>
        <dsp:cNvPr id="0" name=""/>
        <dsp:cNvSpPr/>
      </dsp:nvSpPr>
      <dsp:spPr>
        <a:xfrm>
          <a:off x="0" y="4464111"/>
          <a:ext cx="6248400" cy="11898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FB66A5-63AF-42B9-9E57-9D0769CCC682}">
      <dsp:nvSpPr>
        <dsp:cNvPr id="0" name=""/>
        <dsp:cNvSpPr/>
      </dsp:nvSpPr>
      <dsp:spPr>
        <a:xfrm>
          <a:off x="359915" y="4731817"/>
          <a:ext cx="654392" cy="65439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3DDE80-C343-4AF7-A588-BA7CAD53130F}">
      <dsp:nvSpPr>
        <dsp:cNvPr id="0" name=""/>
        <dsp:cNvSpPr/>
      </dsp:nvSpPr>
      <dsp:spPr>
        <a:xfrm>
          <a:off x="1374223" y="4464111"/>
          <a:ext cx="4874176" cy="1189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921" tIns="125921" rIns="125921" bIns="12592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Add as new features to the dataset</a:t>
          </a:r>
          <a:endParaRPr lang="en-US" sz="2200" kern="1200"/>
        </a:p>
      </dsp:txBody>
      <dsp:txXfrm>
        <a:off x="1374223" y="4464111"/>
        <a:ext cx="4874176" cy="118980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98DB74-49B7-4CAA-97D5-7FA7E26C8A49}">
      <dsp:nvSpPr>
        <dsp:cNvPr id="0" name=""/>
        <dsp:cNvSpPr/>
      </dsp:nvSpPr>
      <dsp:spPr>
        <a:xfrm>
          <a:off x="0" y="2347"/>
          <a:ext cx="6248400" cy="11898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7453BC-2C2F-449A-B54A-CA48192DA365}">
      <dsp:nvSpPr>
        <dsp:cNvPr id="0" name=""/>
        <dsp:cNvSpPr/>
      </dsp:nvSpPr>
      <dsp:spPr>
        <a:xfrm>
          <a:off x="359915" y="270053"/>
          <a:ext cx="654392" cy="6543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FE34B1-0D6D-467E-8D63-5FBA954A7D89}">
      <dsp:nvSpPr>
        <dsp:cNvPr id="0" name=""/>
        <dsp:cNvSpPr/>
      </dsp:nvSpPr>
      <dsp:spPr>
        <a:xfrm>
          <a:off x="1374223" y="2347"/>
          <a:ext cx="4874176" cy="1189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921" tIns="125921" rIns="125921" bIns="12592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Genre is a list of comma separated values </a:t>
          </a:r>
          <a:endParaRPr lang="en-US" sz="2200" kern="1200"/>
        </a:p>
      </dsp:txBody>
      <dsp:txXfrm>
        <a:off x="1374223" y="2347"/>
        <a:ext cx="4874176" cy="1189803"/>
      </dsp:txXfrm>
    </dsp:sp>
    <dsp:sp modelId="{03B23058-D156-408E-834F-7090F28F61CA}">
      <dsp:nvSpPr>
        <dsp:cNvPr id="0" name=""/>
        <dsp:cNvSpPr/>
      </dsp:nvSpPr>
      <dsp:spPr>
        <a:xfrm>
          <a:off x="0" y="1489602"/>
          <a:ext cx="6248400" cy="11898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324CEF-8113-4648-84A4-3AB0C78B21E3}">
      <dsp:nvSpPr>
        <dsp:cNvPr id="0" name=""/>
        <dsp:cNvSpPr/>
      </dsp:nvSpPr>
      <dsp:spPr>
        <a:xfrm>
          <a:off x="359915" y="1757308"/>
          <a:ext cx="654392" cy="6543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E095A7-37CA-441F-B5CA-F0EE615ECB35}">
      <dsp:nvSpPr>
        <dsp:cNvPr id="0" name=""/>
        <dsp:cNvSpPr/>
      </dsp:nvSpPr>
      <dsp:spPr>
        <a:xfrm>
          <a:off x="1374223" y="1489602"/>
          <a:ext cx="4874176" cy="1189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921" tIns="125921" rIns="125921" bIns="12592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Identify all the unique genres</a:t>
          </a:r>
          <a:endParaRPr lang="en-US" sz="2200" kern="1200"/>
        </a:p>
      </dsp:txBody>
      <dsp:txXfrm>
        <a:off x="1374223" y="1489602"/>
        <a:ext cx="4874176" cy="1189803"/>
      </dsp:txXfrm>
    </dsp:sp>
    <dsp:sp modelId="{551D2ABC-76BF-4090-981E-7908200AB065}">
      <dsp:nvSpPr>
        <dsp:cNvPr id="0" name=""/>
        <dsp:cNvSpPr/>
      </dsp:nvSpPr>
      <dsp:spPr>
        <a:xfrm>
          <a:off x="0" y="2976856"/>
          <a:ext cx="6248400" cy="11898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60E7F5-9DD3-4722-93A3-E3F2EF09D9AB}">
      <dsp:nvSpPr>
        <dsp:cNvPr id="0" name=""/>
        <dsp:cNvSpPr/>
      </dsp:nvSpPr>
      <dsp:spPr>
        <a:xfrm>
          <a:off x="359915" y="3244562"/>
          <a:ext cx="654392" cy="6543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7A345C-FAE9-4E8F-86ED-CEF8D731D4DA}">
      <dsp:nvSpPr>
        <dsp:cNvPr id="0" name=""/>
        <dsp:cNvSpPr/>
      </dsp:nvSpPr>
      <dsp:spPr>
        <a:xfrm>
          <a:off x="1374223" y="2976856"/>
          <a:ext cx="4874176" cy="1189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921" tIns="125921" rIns="125921" bIns="12592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Create features for every genre and initialize the value to 0</a:t>
          </a:r>
          <a:endParaRPr lang="en-US" sz="2200" kern="1200"/>
        </a:p>
      </dsp:txBody>
      <dsp:txXfrm>
        <a:off x="1374223" y="2976856"/>
        <a:ext cx="4874176" cy="1189803"/>
      </dsp:txXfrm>
    </dsp:sp>
    <dsp:sp modelId="{9485010E-1F06-4EC9-84AC-B104117B406B}">
      <dsp:nvSpPr>
        <dsp:cNvPr id="0" name=""/>
        <dsp:cNvSpPr/>
      </dsp:nvSpPr>
      <dsp:spPr>
        <a:xfrm>
          <a:off x="0" y="4464111"/>
          <a:ext cx="6248400" cy="11898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B687AE-CE32-4387-B93C-ECA68D247C8E}">
      <dsp:nvSpPr>
        <dsp:cNvPr id="0" name=""/>
        <dsp:cNvSpPr/>
      </dsp:nvSpPr>
      <dsp:spPr>
        <a:xfrm>
          <a:off x="359915" y="4731817"/>
          <a:ext cx="654392" cy="65439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C77438-4D4E-4F71-8766-78CB1B62856B}">
      <dsp:nvSpPr>
        <dsp:cNvPr id="0" name=""/>
        <dsp:cNvSpPr/>
      </dsp:nvSpPr>
      <dsp:spPr>
        <a:xfrm>
          <a:off x="1374223" y="4464111"/>
          <a:ext cx="4874176" cy="1189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921" tIns="125921" rIns="125921" bIns="12592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Update new features to 1 by checking for genres in list</a:t>
          </a:r>
          <a:endParaRPr lang="en-US" sz="2200" kern="1200"/>
        </a:p>
      </dsp:txBody>
      <dsp:txXfrm>
        <a:off x="1374223" y="4464111"/>
        <a:ext cx="4874176" cy="118980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6FF440-FEF4-428B-B423-AB78AE9D16C5}">
      <dsp:nvSpPr>
        <dsp:cNvPr id="0" name=""/>
        <dsp:cNvSpPr/>
      </dsp:nvSpPr>
      <dsp:spPr>
        <a:xfrm>
          <a:off x="0" y="2347"/>
          <a:ext cx="6248400" cy="11898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86E6E5-B1E0-4F5D-8B70-9D7DAAD4A92C}">
      <dsp:nvSpPr>
        <dsp:cNvPr id="0" name=""/>
        <dsp:cNvSpPr/>
      </dsp:nvSpPr>
      <dsp:spPr>
        <a:xfrm>
          <a:off x="359915" y="270053"/>
          <a:ext cx="654392" cy="6543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AD6F14-C9FF-4DF5-8807-65EDA33C2046}">
      <dsp:nvSpPr>
        <dsp:cNvPr id="0" name=""/>
        <dsp:cNvSpPr/>
      </dsp:nvSpPr>
      <dsp:spPr>
        <a:xfrm>
          <a:off x="1374223" y="2347"/>
          <a:ext cx="4874176" cy="1189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921" tIns="125921" rIns="125921" bIns="12592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Build BERT contextual sentence embeddings </a:t>
          </a:r>
          <a:endParaRPr lang="en-US" sz="2200" kern="1200"/>
        </a:p>
      </dsp:txBody>
      <dsp:txXfrm>
        <a:off x="1374223" y="2347"/>
        <a:ext cx="4874176" cy="1189803"/>
      </dsp:txXfrm>
    </dsp:sp>
    <dsp:sp modelId="{470BE45A-86EF-471E-AA6B-2F606D8A56DB}">
      <dsp:nvSpPr>
        <dsp:cNvPr id="0" name=""/>
        <dsp:cNvSpPr/>
      </dsp:nvSpPr>
      <dsp:spPr>
        <a:xfrm>
          <a:off x="0" y="1489602"/>
          <a:ext cx="6248400" cy="11898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F08C8E-9914-44B0-9483-0B1F33EF49DC}">
      <dsp:nvSpPr>
        <dsp:cNvPr id="0" name=""/>
        <dsp:cNvSpPr/>
      </dsp:nvSpPr>
      <dsp:spPr>
        <a:xfrm>
          <a:off x="359915" y="1757308"/>
          <a:ext cx="654392" cy="6543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3C9ADC-43F8-4A0C-B859-402100CB0EB1}">
      <dsp:nvSpPr>
        <dsp:cNvPr id="0" name=""/>
        <dsp:cNvSpPr/>
      </dsp:nvSpPr>
      <dsp:spPr>
        <a:xfrm>
          <a:off x="1374223" y="1489602"/>
          <a:ext cx="4874176" cy="1189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921" tIns="125921" rIns="125921" bIns="12592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Sentence embeddings are numerical ways of representing a sentence</a:t>
          </a:r>
          <a:endParaRPr lang="en-US" sz="2200" kern="1200"/>
        </a:p>
      </dsp:txBody>
      <dsp:txXfrm>
        <a:off x="1374223" y="1489602"/>
        <a:ext cx="4874176" cy="1189803"/>
      </dsp:txXfrm>
    </dsp:sp>
    <dsp:sp modelId="{1246B131-C7EB-438A-A36B-BE644BEC06B5}">
      <dsp:nvSpPr>
        <dsp:cNvPr id="0" name=""/>
        <dsp:cNvSpPr/>
      </dsp:nvSpPr>
      <dsp:spPr>
        <a:xfrm>
          <a:off x="0" y="2976856"/>
          <a:ext cx="6248400" cy="11898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FD1AD4-0916-4E1D-9EAD-207D07D914AA}">
      <dsp:nvSpPr>
        <dsp:cNvPr id="0" name=""/>
        <dsp:cNvSpPr/>
      </dsp:nvSpPr>
      <dsp:spPr>
        <a:xfrm>
          <a:off x="359915" y="3244562"/>
          <a:ext cx="654392" cy="6543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7DBB42-6BBE-4502-9AE9-19328DF8FDA7}">
      <dsp:nvSpPr>
        <dsp:cNvPr id="0" name=""/>
        <dsp:cNvSpPr/>
      </dsp:nvSpPr>
      <dsp:spPr>
        <a:xfrm>
          <a:off x="1374223" y="2976856"/>
          <a:ext cx="4874176" cy="1189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921" tIns="125921" rIns="125921" bIns="12592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Reduced dimensions from 768 to 200 using UMAP</a:t>
          </a:r>
        </a:p>
      </dsp:txBody>
      <dsp:txXfrm>
        <a:off x="1374223" y="2976856"/>
        <a:ext cx="4874176" cy="1189803"/>
      </dsp:txXfrm>
    </dsp:sp>
    <dsp:sp modelId="{2B5AFE4F-31C5-458C-AB8B-1D48C9765028}">
      <dsp:nvSpPr>
        <dsp:cNvPr id="0" name=""/>
        <dsp:cNvSpPr/>
      </dsp:nvSpPr>
      <dsp:spPr>
        <a:xfrm>
          <a:off x="0" y="4464111"/>
          <a:ext cx="6248400" cy="11898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51F500-DC61-459E-BE63-85485A43B931}">
      <dsp:nvSpPr>
        <dsp:cNvPr id="0" name=""/>
        <dsp:cNvSpPr/>
      </dsp:nvSpPr>
      <dsp:spPr>
        <a:xfrm>
          <a:off x="359915" y="4731817"/>
          <a:ext cx="654392" cy="65439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0C8D1B-712C-473A-A6D3-74C75050FF9C}">
      <dsp:nvSpPr>
        <dsp:cNvPr id="0" name=""/>
        <dsp:cNvSpPr/>
      </dsp:nvSpPr>
      <dsp:spPr>
        <a:xfrm>
          <a:off x="1374223" y="4464111"/>
          <a:ext cx="4874176" cy="1189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921" tIns="125921" rIns="125921" bIns="12592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UMAP is a reduction technique that prevents loss of information</a:t>
          </a:r>
        </a:p>
      </dsp:txBody>
      <dsp:txXfrm>
        <a:off x="1374223" y="4464111"/>
        <a:ext cx="4874176" cy="118980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D127A4-52E7-44F1-BEA1-20AD25A61343}">
      <dsp:nvSpPr>
        <dsp:cNvPr id="0" name=""/>
        <dsp:cNvSpPr/>
      </dsp:nvSpPr>
      <dsp:spPr>
        <a:xfrm>
          <a:off x="0" y="2347"/>
          <a:ext cx="4921188" cy="11898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CA8C87-A5C0-4349-81B9-4D8958F0F21C}">
      <dsp:nvSpPr>
        <dsp:cNvPr id="0" name=""/>
        <dsp:cNvSpPr/>
      </dsp:nvSpPr>
      <dsp:spPr>
        <a:xfrm>
          <a:off x="359915" y="270053"/>
          <a:ext cx="654392" cy="6543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159564-C4FB-4B75-8854-A7C943C21927}">
      <dsp:nvSpPr>
        <dsp:cNvPr id="0" name=""/>
        <dsp:cNvSpPr/>
      </dsp:nvSpPr>
      <dsp:spPr>
        <a:xfrm>
          <a:off x="1374223" y="2347"/>
          <a:ext cx="3546964" cy="1189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921" tIns="125921" rIns="125921" bIns="12592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i="0" kern="1200"/>
            <a:t>HDBSCAN - Hierarchical Density Based Clustering algorithm</a:t>
          </a:r>
          <a:endParaRPr lang="en-US" sz="2000" kern="1200"/>
        </a:p>
      </dsp:txBody>
      <dsp:txXfrm>
        <a:off x="1374223" y="2347"/>
        <a:ext cx="3546964" cy="1189803"/>
      </dsp:txXfrm>
    </dsp:sp>
    <dsp:sp modelId="{0B6F6844-4D07-4BD9-9582-066B805976BE}">
      <dsp:nvSpPr>
        <dsp:cNvPr id="0" name=""/>
        <dsp:cNvSpPr/>
      </dsp:nvSpPr>
      <dsp:spPr>
        <a:xfrm>
          <a:off x="0" y="1489602"/>
          <a:ext cx="4921188" cy="11898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A840B4-D54B-4E79-84C2-80A7B9246330}">
      <dsp:nvSpPr>
        <dsp:cNvPr id="0" name=""/>
        <dsp:cNvSpPr/>
      </dsp:nvSpPr>
      <dsp:spPr>
        <a:xfrm>
          <a:off x="359915" y="1757308"/>
          <a:ext cx="654392" cy="6543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C1348F-FD3D-4259-98EC-2348B834994F}">
      <dsp:nvSpPr>
        <dsp:cNvPr id="0" name=""/>
        <dsp:cNvSpPr/>
      </dsp:nvSpPr>
      <dsp:spPr>
        <a:xfrm>
          <a:off x="1374223" y="1489602"/>
          <a:ext cx="3546964" cy="1189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921" tIns="125921" rIns="125921" bIns="12592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Disregards outliers</a:t>
          </a:r>
          <a:endParaRPr lang="en-US" sz="2000" kern="1200" dirty="0"/>
        </a:p>
      </dsp:txBody>
      <dsp:txXfrm>
        <a:off x="1374223" y="1489602"/>
        <a:ext cx="3546964" cy="1189803"/>
      </dsp:txXfrm>
    </dsp:sp>
    <dsp:sp modelId="{3BC2ADB3-27A6-4DBE-8675-19F7BE7A2ACD}">
      <dsp:nvSpPr>
        <dsp:cNvPr id="0" name=""/>
        <dsp:cNvSpPr/>
      </dsp:nvSpPr>
      <dsp:spPr>
        <a:xfrm>
          <a:off x="0" y="2976856"/>
          <a:ext cx="4921188" cy="11898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E88741-65AC-4049-A791-BB0353783887}">
      <dsp:nvSpPr>
        <dsp:cNvPr id="0" name=""/>
        <dsp:cNvSpPr/>
      </dsp:nvSpPr>
      <dsp:spPr>
        <a:xfrm>
          <a:off x="359915" y="3244562"/>
          <a:ext cx="654392" cy="6543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1B8DF7-EF43-47A7-B1DD-12F4A8C7D754}">
      <dsp:nvSpPr>
        <dsp:cNvPr id="0" name=""/>
        <dsp:cNvSpPr/>
      </dsp:nvSpPr>
      <dsp:spPr>
        <a:xfrm>
          <a:off x="1374223" y="2976856"/>
          <a:ext cx="3546964" cy="1189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921" tIns="125921" rIns="125921" bIns="12592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Result does not help in building recommendations</a:t>
          </a:r>
        </a:p>
      </dsp:txBody>
      <dsp:txXfrm>
        <a:off x="1374223" y="2976856"/>
        <a:ext cx="3546964" cy="1189803"/>
      </dsp:txXfrm>
    </dsp:sp>
    <dsp:sp modelId="{CABE34F1-6497-4FF9-B872-6B9A339C4660}">
      <dsp:nvSpPr>
        <dsp:cNvPr id="0" name=""/>
        <dsp:cNvSpPr/>
      </dsp:nvSpPr>
      <dsp:spPr>
        <a:xfrm>
          <a:off x="0" y="4464111"/>
          <a:ext cx="4921188" cy="11898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9845AE-AAFE-4583-BA5C-7CB4957724BA}">
      <dsp:nvSpPr>
        <dsp:cNvPr id="0" name=""/>
        <dsp:cNvSpPr/>
      </dsp:nvSpPr>
      <dsp:spPr>
        <a:xfrm>
          <a:off x="359915" y="4731817"/>
          <a:ext cx="654392" cy="65439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F1E159-5E72-4C78-AD06-B2B8D142FC9A}">
      <dsp:nvSpPr>
        <dsp:cNvPr id="0" name=""/>
        <dsp:cNvSpPr/>
      </dsp:nvSpPr>
      <dsp:spPr>
        <a:xfrm>
          <a:off x="1374223" y="4464111"/>
          <a:ext cx="3546964" cy="1189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921" tIns="125921" rIns="125921" bIns="12592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Left mo</a:t>
          </a:r>
          <a:r>
            <a:rPr lang="en-US" sz="2000" kern="1200"/>
            <a:t>st of the movies as outliers</a:t>
          </a:r>
        </a:p>
      </dsp:txBody>
      <dsp:txXfrm>
        <a:off x="1374223" y="4464111"/>
        <a:ext cx="3546964" cy="118980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EFF388-6AC3-4806-AC01-21ABAF18F4B1}">
      <dsp:nvSpPr>
        <dsp:cNvPr id="0" name=""/>
        <dsp:cNvSpPr/>
      </dsp:nvSpPr>
      <dsp:spPr>
        <a:xfrm>
          <a:off x="0" y="1568"/>
          <a:ext cx="3667036" cy="7950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03926F-6D54-4A41-B4A9-A66701B75FAD}">
      <dsp:nvSpPr>
        <dsp:cNvPr id="0" name=""/>
        <dsp:cNvSpPr/>
      </dsp:nvSpPr>
      <dsp:spPr>
        <a:xfrm>
          <a:off x="240495" y="180449"/>
          <a:ext cx="437265" cy="43726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824911-2D13-478D-B672-360AD5CFA818}">
      <dsp:nvSpPr>
        <dsp:cNvPr id="0" name=""/>
        <dsp:cNvSpPr/>
      </dsp:nvSpPr>
      <dsp:spPr>
        <a:xfrm>
          <a:off x="918257" y="1568"/>
          <a:ext cx="2748778" cy="79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140" tIns="84140" rIns="84140" bIns="841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Weighs every dimension equally to generate clusters</a:t>
          </a:r>
          <a:endParaRPr lang="en-US" sz="1600" kern="1200"/>
        </a:p>
      </dsp:txBody>
      <dsp:txXfrm>
        <a:off x="918257" y="1568"/>
        <a:ext cx="2748778" cy="795027"/>
      </dsp:txXfrm>
    </dsp:sp>
    <dsp:sp modelId="{BB903C68-E737-400B-9CAA-471C1CFE2960}">
      <dsp:nvSpPr>
        <dsp:cNvPr id="0" name=""/>
        <dsp:cNvSpPr/>
      </dsp:nvSpPr>
      <dsp:spPr>
        <a:xfrm>
          <a:off x="0" y="995353"/>
          <a:ext cx="3667036" cy="7950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E8E48B-0CF4-446A-81AB-E7A781011A3D}">
      <dsp:nvSpPr>
        <dsp:cNvPr id="0" name=""/>
        <dsp:cNvSpPr/>
      </dsp:nvSpPr>
      <dsp:spPr>
        <a:xfrm>
          <a:off x="240495" y="1174234"/>
          <a:ext cx="437265" cy="43726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A0782E-DD87-4607-BAC4-F1627DE8C895}">
      <dsp:nvSpPr>
        <dsp:cNvPr id="0" name=""/>
        <dsp:cNvSpPr/>
      </dsp:nvSpPr>
      <dsp:spPr>
        <a:xfrm>
          <a:off x="918257" y="995353"/>
          <a:ext cx="2748778" cy="79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140" tIns="84140" rIns="84140" bIns="841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Tried on a range of clusters from 1 to 30</a:t>
          </a:r>
          <a:endParaRPr lang="en-US" sz="1600" kern="1200"/>
        </a:p>
      </dsp:txBody>
      <dsp:txXfrm>
        <a:off x="918257" y="995353"/>
        <a:ext cx="2748778" cy="795027"/>
      </dsp:txXfrm>
    </dsp:sp>
    <dsp:sp modelId="{A2E37388-969D-40AD-A8B3-1409E9B2D079}">
      <dsp:nvSpPr>
        <dsp:cNvPr id="0" name=""/>
        <dsp:cNvSpPr/>
      </dsp:nvSpPr>
      <dsp:spPr>
        <a:xfrm>
          <a:off x="0" y="1989138"/>
          <a:ext cx="3667036" cy="7950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3C9ED6-D415-4CB3-9071-C2EEAD065A68}">
      <dsp:nvSpPr>
        <dsp:cNvPr id="0" name=""/>
        <dsp:cNvSpPr/>
      </dsp:nvSpPr>
      <dsp:spPr>
        <a:xfrm>
          <a:off x="240495" y="2168019"/>
          <a:ext cx="437265" cy="43726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5A299F-D184-46E0-95F0-8C10CF3206D8}">
      <dsp:nvSpPr>
        <dsp:cNvPr id="0" name=""/>
        <dsp:cNvSpPr/>
      </dsp:nvSpPr>
      <dsp:spPr>
        <a:xfrm>
          <a:off x="918257" y="1989138"/>
          <a:ext cx="2748778" cy="79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140" tIns="84140" rIns="84140" bIns="841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10 clusters – optimal</a:t>
          </a:r>
          <a:endParaRPr lang="en-US" sz="1600" kern="1200"/>
        </a:p>
      </dsp:txBody>
      <dsp:txXfrm>
        <a:off x="918257" y="1989138"/>
        <a:ext cx="2748778" cy="795027"/>
      </dsp:txXfrm>
    </dsp:sp>
    <dsp:sp modelId="{B4DB64AB-4DC8-4760-B67A-BAE1DC14CB0E}">
      <dsp:nvSpPr>
        <dsp:cNvPr id="0" name=""/>
        <dsp:cNvSpPr/>
      </dsp:nvSpPr>
      <dsp:spPr>
        <a:xfrm>
          <a:off x="0" y="2982923"/>
          <a:ext cx="3667036" cy="7950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A13A5F-DD22-42CD-A88C-6E5E71652F69}">
      <dsp:nvSpPr>
        <dsp:cNvPr id="0" name=""/>
        <dsp:cNvSpPr/>
      </dsp:nvSpPr>
      <dsp:spPr>
        <a:xfrm>
          <a:off x="240495" y="3161804"/>
          <a:ext cx="437265" cy="43726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52F8F0-9E0C-43AA-877D-685DEA786AF0}">
      <dsp:nvSpPr>
        <dsp:cNvPr id="0" name=""/>
        <dsp:cNvSpPr/>
      </dsp:nvSpPr>
      <dsp:spPr>
        <a:xfrm>
          <a:off x="918257" y="2982923"/>
          <a:ext cx="2748778" cy="79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140" tIns="84140" rIns="84140" bIns="841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Evenly generated clusters with good strength in each of them</a:t>
          </a:r>
          <a:endParaRPr lang="en-US" sz="1600" kern="1200"/>
        </a:p>
      </dsp:txBody>
      <dsp:txXfrm>
        <a:off x="918257" y="2982923"/>
        <a:ext cx="2748778" cy="79502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272A0A-FB4D-4498-AA04-657C581636CB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34459D-CC43-4DAB-B670-4B740A822427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3DE8FC-EE33-4E78-BCF1-0B284FA964F8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Built a classification model using TensorFlow that predicts the clusters of movies</a:t>
          </a:r>
          <a:endParaRPr lang="en-US" sz="2500" kern="1200"/>
        </a:p>
      </dsp:txBody>
      <dsp:txXfrm>
        <a:off x="1435590" y="531"/>
        <a:ext cx="9080009" cy="1242935"/>
      </dsp:txXfrm>
    </dsp:sp>
    <dsp:sp modelId="{64B7CC5C-7656-4D31-8032-80BEE9EC5563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799E1D-A34F-4A84-82F8-6FE30C5BF5D6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DEA0A4-2802-4D1E-B614-8A04EE131BB1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The sequence and context of words used are captured by the BERT sentence embeddings</a:t>
          </a:r>
          <a:endParaRPr lang="en-US" sz="2500" kern="1200"/>
        </a:p>
      </dsp:txBody>
      <dsp:txXfrm>
        <a:off x="1435590" y="1554201"/>
        <a:ext cx="9080009" cy="1242935"/>
      </dsp:txXfrm>
    </dsp:sp>
    <dsp:sp modelId="{A0088B31-CEF4-47BD-98CC-214D1728D352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5F4793-ED12-4212-B882-5B77C8856300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079495-76A5-4FD6-9F5B-4B5BD1FB3C67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A deep learning model with a simple architecture has been trained by 80-20 split and 5 - fold cross validation</a:t>
          </a:r>
          <a:endParaRPr lang="en-US" sz="2500" kern="1200"/>
        </a:p>
      </dsp:txBody>
      <dsp:txXfrm>
        <a:off x="1435590" y="3107870"/>
        <a:ext cx="9080009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B2266-39DB-42BC-B573-4408868FEE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0D6746-A912-451D-9E8E-A2D0776F82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F4112-9E1C-42A6-9A83-FBE5C3CED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CA64-8275-4610-98E3-564DADFBC9AE}" type="datetimeFigureOut">
              <a:rPr lang="en-IN" smtClean="0"/>
              <a:t>02-05-2021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B111F-70C0-4864-953F-E45CF9322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CF36D-05FF-49D7-8DEA-156365F58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1ADB2-7168-471A-A62C-FEA7B48884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5495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65DE3-B4E0-4E51-B206-662375DD4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6EC5A-3BC1-4DCE-A234-60E810D6D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EF32E-BA5B-41FF-A534-B1F91FA46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CA64-8275-4610-98E3-564DADFBC9AE}" type="datetimeFigureOut">
              <a:rPr lang="en-IN" smtClean="0"/>
              <a:t>02-05-2021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6D335-E36F-4901-908E-1D616B4F4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D9F39-DED1-4464-8A8F-DDF6AA5FB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1ADB2-7168-471A-A62C-FEA7B48884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262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DCBC9-AAC1-41CF-B4A5-3ED3238FB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B7B147-0958-461F-AEF0-9C8D1FC82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29F4C-5BD8-4B0F-B79C-187778615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CA64-8275-4610-98E3-564DADFBC9AE}" type="datetimeFigureOut">
              <a:rPr lang="en-IN" smtClean="0"/>
              <a:t>02-05-2021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3499F-515B-45AA-B4CD-AC6FCEB2B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6F94B-32D0-4875-A0FE-B409F0144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1ADB2-7168-471A-A62C-FEA7B48884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243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8537D-FC39-4473-B543-00776415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8BAEB-BFB0-4750-85BA-B7B1F9320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8A045A-9FA6-4F81-9B22-AF2A014C4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0806F7-F6DD-4568-BCF0-16D1DEA9D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CA64-8275-4610-98E3-564DADFBC9AE}" type="datetimeFigureOut">
              <a:rPr lang="en-IN" smtClean="0"/>
              <a:t>02-05-2021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E7A25-D65D-4D64-AB86-7332EE257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8BEF58-36CC-4E94-930B-06D598267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1ADB2-7168-471A-A62C-FEA7B48884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868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875EE-A324-47F3-B6C5-A6009DF19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9DECD1-CAF1-4EAE-9C9A-B3E6DD442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04E6B4-E30D-417C-A231-C7E7EAFFC1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4FC58D-9EA4-4EB0-9F1C-ED6605F7C4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840A8-BB70-47AF-BB6A-43613AE87A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E80F6B-B5BD-4835-9053-334E01E92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CA64-8275-4610-98E3-564DADFBC9AE}" type="datetimeFigureOut">
              <a:rPr lang="en-IN" smtClean="0"/>
              <a:t>02-05-2021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F8494-1A38-4B5A-948B-DA17DCD2E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B75F94-FB21-4136-919D-18BFBD104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1ADB2-7168-471A-A62C-FEA7B48884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446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A4CE5-5509-4B75-88EE-3930CB9C2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79BDD1-BCC7-409A-8B9A-4A843BA7C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CA64-8275-4610-98E3-564DADFBC9AE}" type="datetimeFigureOut">
              <a:rPr lang="en-IN" smtClean="0"/>
              <a:t>02-05-2021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02DFDD-81C4-4D60-BFDC-B8E60865D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450259-CC65-4DE5-8A72-CB6537EFA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1ADB2-7168-471A-A62C-FEA7B48884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687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8BE506-5EDC-4309-B8EB-64A872206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CA64-8275-4610-98E3-564DADFBC9AE}" type="datetimeFigureOut">
              <a:rPr lang="en-IN" smtClean="0"/>
              <a:t>02-05-2021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7CACB-5F62-42C6-8A72-F8A5D10F4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933E8-8D35-4551-8E64-692B52CCE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1ADB2-7168-471A-A62C-FEA7B48884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539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E8E81-7441-4267-AAD7-A175B51AD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7B8F4-9BEE-4C4D-8F9F-786BB6FF7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AE2438-9817-4F34-8CC5-8EA6CC555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82F51-4B21-4064-8C72-DEFB6B979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CA64-8275-4610-98E3-564DADFBC9AE}" type="datetimeFigureOut">
              <a:rPr lang="en-IN" smtClean="0"/>
              <a:t>02-05-2021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FE5D9F-74F0-48D5-AE8E-6E7514F83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961C1B-728D-45B3-9788-94CC5C951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1ADB2-7168-471A-A62C-FEA7B48884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328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24820-A856-4E97-BAB7-D8A42F6EE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19F1EC-28F9-44DA-8053-985649E6A4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123934-86A7-45D2-90AC-E349480E29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A1F2ED-2405-497C-A925-D58FAA9F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CA64-8275-4610-98E3-564DADFBC9AE}" type="datetimeFigureOut">
              <a:rPr lang="en-IN" smtClean="0"/>
              <a:t>02-05-2021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89232-0D23-46B0-BE19-377F34724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CD7A3D-9FAC-498C-8799-F984A45E7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1ADB2-7168-471A-A62C-FEA7B48884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7527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236FF-1B36-4019-899D-4E5E449A9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A06F05-84C0-4DE6-A2F4-B2D6C6F0BF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5B9E9-F79F-4F4E-B398-748916EE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CA64-8275-4610-98E3-564DADFBC9AE}" type="datetimeFigureOut">
              <a:rPr lang="en-IN" smtClean="0"/>
              <a:t>02-05-2021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96E68-92D2-453B-9809-E957E74E9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C70B1-B805-4AF3-8DE1-57CC116D9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1ADB2-7168-471A-A62C-FEA7B48884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749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08571D-24D8-4AC3-9DC2-D57491DEB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14B466-A519-4A97-9477-F8C21C14F4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8C61A-EAC0-459A-9A14-237F7711A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CA64-8275-4610-98E3-564DADFBC9AE}" type="datetimeFigureOut">
              <a:rPr lang="en-IN" smtClean="0"/>
              <a:t>02-05-2021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1EDB3-266B-4E31-80EA-A18277DBC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D9760-5444-40DF-A77A-840B2E565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1ADB2-7168-471A-A62C-FEA7B48884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889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0C8BC4-2055-4CEA-A917-45084BE22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3BA74-79E2-46C0-B383-17166B938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48C2D-9BEA-4F1F-8C3F-0D211E26F2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CCA64-8275-4610-98E3-564DADFBC9AE}" type="datetimeFigureOut">
              <a:rPr lang="en-IN" smtClean="0"/>
              <a:t>02-05-2021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CF098-350D-4745-9212-E37456376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4EFF7-729D-4305-8AD0-EE86D7F76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51ADB2-7168-471A-A62C-FEA7B48884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157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50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diagramLayout" Target="../diagrams/layout8.xml"/><Relationship Id="rId7" Type="http://schemas.openxmlformats.org/officeDocument/2006/relationships/image" Target="../media/image59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Movie Theater Design Backgrounds (#3026859) - HD Wallpaper &amp; Backgrounds  Download">
            <a:extLst>
              <a:ext uri="{FF2B5EF4-FFF2-40B4-BE49-F238E27FC236}">
                <a16:creationId xmlns:a16="http://schemas.microsoft.com/office/drawing/2014/main" id="{69203FFB-AEFD-4916-913D-856DFF65F9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75D1E8-FDF5-48A6-AE5A-7B3B67E3F9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7385" y="-64656"/>
            <a:ext cx="9144000" cy="2387600"/>
          </a:xfrm>
        </p:spPr>
        <p:txBody>
          <a:bodyPr>
            <a:noAutofit/>
          </a:bodyPr>
          <a:lstStyle/>
          <a:p>
            <a:r>
              <a:rPr lang="en-IN" sz="4000" dirty="0"/>
              <a:t>Netflix Movies and TV shows dataset</a:t>
            </a:r>
            <a:br>
              <a:rPr lang="en-IN" sz="4000" dirty="0"/>
            </a:br>
            <a:br>
              <a:rPr lang="en-IN" sz="4000" dirty="0"/>
            </a:br>
            <a:r>
              <a:rPr lang="en-IN" sz="4000" dirty="0"/>
              <a:t>Clustering and Classification Modelling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44D3A0-43C6-46E1-99CB-362B568F32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7325" y="3090069"/>
            <a:ext cx="9144000" cy="1655762"/>
          </a:xfrm>
        </p:spPr>
        <p:txBody>
          <a:bodyPr/>
          <a:lstStyle/>
          <a:p>
            <a:r>
              <a:rPr lang="en-IN" dirty="0"/>
              <a:t>Varun Eranki</a:t>
            </a:r>
          </a:p>
        </p:txBody>
      </p:sp>
    </p:spTree>
    <p:extLst>
      <p:ext uri="{BB962C8B-B14F-4D97-AF65-F5344CB8AC3E}">
        <p14:creationId xmlns:p14="http://schemas.microsoft.com/office/powerpoint/2010/main" val="3278799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8575C10-8187-4AC4-AD72-C754EAFD2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65429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9F0E25-EF4E-4542-B83E-C0472B13C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59678"/>
            <a:ext cx="3567915" cy="4952492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bg1"/>
                </a:solidFill>
              </a:rPr>
              <a:t>Idea and Purpose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4E776C9-ED67-41B7-B3A3-4DF76EF3A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99730"/>
            <a:ext cx="429768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D67CA7B-4AEC-4797-85B6-C8CE90B8F4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0393271"/>
              </p:ext>
            </p:extLst>
          </p:nvPr>
        </p:nvGraphicFramePr>
        <p:xfrm>
          <a:off x="5181600" y="568325"/>
          <a:ext cx="6248400" cy="56562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1695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9D093C-27FB-4032-B282-42C4563F2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6B0664-F515-4D40-A113-0B1BFA8E7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290" y="1780661"/>
            <a:ext cx="3582073" cy="1463472"/>
          </a:xfrm>
        </p:spPr>
        <p:txBody>
          <a:bodyPr anchor="t">
            <a:normAutofit/>
          </a:bodyPr>
          <a:lstStyle/>
          <a:p>
            <a:r>
              <a:rPr lang="en-IN" sz="3000" dirty="0">
                <a:solidFill>
                  <a:schemeClr val="bg1"/>
                </a:solidFill>
              </a:rPr>
              <a:t>Data - Netflix Movies and TV shows dataset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5EE815E-1BD3-4777-B652-6D98825BF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E6692982-4A7D-4392-87CD-F0CD4B027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196485F7-F277-4123-AC53-98EA4C8587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18234-6F23-4099-93D4-92D53D701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290" y="3383121"/>
            <a:ext cx="3582072" cy="2793251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n-IN" sz="2000">
              <a:solidFill>
                <a:schemeClr val="bg1"/>
              </a:solidFill>
            </a:endParaRPr>
          </a:p>
          <a:p>
            <a:endParaRPr lang="en-IN" sz="2000">
              <a:solidFill>
                <a:schemeClr val="bg1"/>
              </a:solidFill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798E0E5-E282-4EEB-81A5-4DD9A9787A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079679"/>
              </p:ext>
            </p:extLst>
          </p:nvPr>
        </p:nvGraphicFramePr>
        <p:xfrm>
          <a:off x="5403108" y="903730"/>
          <a:ext cx="6069620" cy="4472318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788083">
                  <a:extLst>
                    <a:ext uri="{9D8B030D-6E8A-4147-A177-3AD203B41FA5}">
                      <a16:colId xmlns:a16="http://schemas.microsoft.com/office/drawing/2014/main" val="3000069239"/>
                    </a:ext>
                  </a:extLst>
                </a:gridCol>
                <a:gridCol w="4281537">
                  <a:extLst>
                    <a:ext uri="{9D8B030D-6E8A-4147-A177-3AD203B41FA5}">
                      <a16:colId xmlns:a16="http://schemas.microsoft.com/office/drawing/2014/main" val="1467076509"/>
                    </a:ext>
                  </a:extLst>
                </a:gridCol>
              </a:tblGrid>
              <a:tr h="332402">
                <a:tc>
                  <a:txBody>
                    <a:bodyPr/>
                    <a:lstStyle/>
                    <a:p>
                      <a:r>
                        <a:rPr lang="en-IN" sz="1000" b="1" cap="all" spc="60">
                          <a:solidFill>
                            <a:schemeClr val="tx1"/>
                          </a:solidFill>
                        </a:rPr>
                        <a:t>Feature</a:t>
                      </a:r>
                    </a:p>
                  </a:txBody>
                  <a:tcPr marL="75546" marR="75546" marT="75546" marB="75546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 cap="all" spc="6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L="75546" marR="75546" marT="75546" marB="75546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1278118"/>
                  </a:ext>
                </a:extLst>
              </a:tr>
              <a:tr h="344993"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</a:rPr>
                        <a:t>Show ID</a:t>
                      </a:r>
                    </a:p>
                  </a:txBody>
                  <a:tcPr marL="75546" marR="75546" marT="37773" marB="75546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Unique ID for every Movie / Tv Show</a:t>
                      </a:r>
                      <a:endParaRPr lang="en-IN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5546" marR="75546" marT="37773" marB="7554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7115659"/>
                  </a:ext>
                </a:extLst>
              </a:tr>
              <a:tr h="344993"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</a:rPr>
                        <a:t>Type</a:t>
                      </a:r>
                    </a:p>
                  </a:txBody>
                  <a:tcPr marL="75546" marR="75546" marT="37773" marB="7554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Identifier - A Movie or TV Show</a:t>
                      </a:r>
                      <a:endParaRPr lang="en-IN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5546" marR="75546" marT="37773" marB="7554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964007"/>
                  </a:ext>
                </a:extLst>
              </a:tr>
              <a:tr h="344993"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</a:rPr>
                        <a:t>Title</a:t>
                      </a:r>
                    </a:p>
                  </a:txBody>
                  <a:tcPr marL="75546" marR="75546" marT="37773" marB="75546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Title of the Movie / Tv Show</a:t>
                      </a:r>
                      <a:endParaRPr lang="en-IN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5546" marR="75546" marT="37773" marB="7554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8303327"/>
                  </a:ext>
                </a:extLst>
              </a:tr>
              <a:tr h="344993"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</a:rPr>
                        <a:t>Director</a:t>
                      </a:r>
                    </a:p>
                  </a:txBody>
                  <a:tcPr marL="75546" marR="75546" marT="37773" marB="7554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0" i="0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Director of the Movie</a:t>
                      </a:r>
                      <a:endParaRPr lang="en-IN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5546" marR="75546" marT="37773" marB="7554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4697535"/>
                  </a:ext>
                </a:extLst>
              </a:tr>
              <a:tr h="344993"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</a:rPr>
                        <a:t>Cast</a:t>
                      </a:r>
                    </a:p>
                  </a:txBody>
                  <a:tcPr marL="75546" marR="75546" marT="37773" marB="75546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Actors involved in the movie / show</a:t>
                      </a:r>
                      <a:endParaRPr lang="en-IN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5546" marR="75546" marT="37773" marB="7554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844474"/>
                  </a:ext>
                </a:extLst>
              </a:tr>
              <a:tr h="344993"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</a:rPr>
                        <a:t>Country</a:t>
                      </a:r>
                    </a:p>
                  </a:txBody>
                  <a:tcPr marL="75546" marR="75546" marT="37773" marB="7554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Country where the movie / show was produced</a:t>
                      </a:r>
                      <a:endParaRPr lang="en-IN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5546" marR="75546" marT="37773" marB="7554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8521023"/>
                  </a:ext>
                </a:extLst>
              </a:tr>
              <a:tr h="344993"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</a:rPr>
                        <a:t>Date added</a:t>
                      </a:r>
                    </a:p>
                  </a:txBody>
                  <a:tcPr marL="75546" marR="75546" marT="37773" marB="75546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 it was added on Netflix</a:t>
                      </a:r>
                      <a:endParaRPr lang="en-IN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5546" marR="75546" marT="37773" marB="7554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4491873"/>
                  </a:ext>
                </a:extLst>
              </a:tr>
              <a:tr h="344993"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</a:rPr>
                        <a:t>Release year</a:t>
                      </a:r>
                    </a:p>
                  </a:txBody>
                  <a:tcPr marL="75546" marR="75546" marT="37773" marB="7554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Actual Release year of the move / show</a:t>
                      </a:r>
                      <a:endParaRPr lang="en-IN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5546" marR="75546" marT="37773" marB="7554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843831"/>
                  </a:ext>
                </a:extLst>
              </a:tr>
              <a:tr h="344993"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</a:rPr>
                        <a:t>Rating</a:t>
                      </a:r>
                    </a:p>
                  </a:txBody>
                  <a:tcPr marL="75546" marR="75546" marT="37773" marB="75546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TV Rating of the movie / show</a:t>
                      </a:r>
                      <a:endParaRPr lang="en-IN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5546" marR="75546" marT="37773" marB="7554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316308"/>
                  </a:ext>
                </a:extLst>
              </a:tr>
              <a:tr h="344993"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</a:rPr>
                        <a:t>Duration</a:t>
                      </a:r>
                    </a:p>
                  </a:txBody>
                  <a:tcPr marL="75546" marR="75546" marT="37773" marB="7554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i="0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 Duration - in minutes or number of seasons</a:t>
                      </a:r>
                      <a:endParaRPr lang="en-IN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5546" marR="75546" marT="37773" marB="7554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486135"/>
                  </a:ext>
                </a:extLst>
              </a:tr>
              <a:tr h="344993"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</a:rPr>
                        <a:t>Listed in</a:t>
                      </a:r>
                    </a:p>
                  </a:txBody>
                  <a:tcPr marL="75546" marR="75546" marT="37773" marB="75546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</a:rPr>
                        <a:t>Genre</a:t>
                      </a:r>
                    </a:p>
                  </a:txBody>
                  <a:tcPr marL="75546" marR="75546" marT="37773" marB="7554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0407475"/>
                  </a:ext>
                </a:extLst>
              </a:tr>
              <a:tr h="344993">
                <a:tc>
                  <a:txBody>
                    <a:bodyPr/>
                    <a:lstStyle/>
                    <a:p>
                      <a:r>
                        <a:rPr lang="en-IN" sz="1300" cap="none" spc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L="75546" marR="75546" marT="37773" marB="7554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0" i="0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summary description</a:t>
                      </a:r>
                      <a:endParaRPr lang="en-IN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5546" marR="75546" marT="37773" marB="7554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21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027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8575C10-8187-4AC4-AD72-C754EAFD2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65429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3F7902-F6FE-4547-BE72-1FDDFAB5C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59678"/>
            <a:ext cx="3567915" cy="4952492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bg1"/>
                </a:solidFill>
              </a:rPr>
              <a:t>Methodology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4E776C9-ED67-41B7-B3A3-4DF76EF3A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99730"/>
            <a:ext cx="429768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8DDF1FB-AEDB-45F6-A43E-39779881B0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6908486"/>
              </p:ext>
            </p:extLst>
          </p:nvPr>
        </p:nvGraphicFramePr>
        <p:xfrm>
          <a:off x="5181600" y="568325"/>
          <a:ext cx="6248400" cy="56562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3808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9D093C-27FB-4032-B282-42C4563F2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F991A0-C28D-43F1-942D-9CEB82A06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290" y="1780661"/>
            <a:ext cx="3582073" cy="3196856"/>
          </a:xfrm>
        </p:spPr>
        <p:txBody>
          <a:bodyPr anchor="t">
            <a:normAutofit/>
          </a:bodyPr>
          <a:lstStyle/>
          <a:p>
            <a:r>
              <a:rPr lang="en-IN" sz="4800">
                <a:solidFill>
                  <a:schemeClr val="bg1"/>
                </a:solidFill>
              </a:rPr>
              <a:t>Identifying important features</a:t>
            </a:r>
            <a:br>
              <a:rPr lang="en-IN" sz="4800">
                <a:solidFill>
                  <a:schemeClr val="bg1"/>
                </a:solidFill>
              </a:rPr>
            </a:br>
            <a:endParaRPr lang="en-IN" sz="4800">
              <a:solidFill>
                <a:schemeClr val="bg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5EE815E-1BD3-4777-B652-6D98825BF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E6692982-4A7D-4392-87CD-F0CD4B027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196485F7-F277-4123-AC53-98EA4C8587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E28AA98C-80E9-41BA-96B7-D61D2BE289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5008759"/>
              </p:ext>
            </p:extLst>
          </p:nvPr>
        </p:nvGraphicFramePr>
        <p:xfrm>
          <a:off x="5116653" y="933454"/>
          <a:ext cx="6578523" cy="49584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45762271-A3C1-446D-A163-16B95F8C4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1154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8575C10-8187-4AC4-AD72-C754EAFD2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65429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48FE47-4538-42D2-BD36-1A3DC5186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59678"/>
            <a:ext cx="3567915" cy="4952492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bg1"/>
                </a:solidFill>
              </a:rPr>
              <a:t>Data Cleaning (1) - Rating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4E776C9-ED67-41B7-B3A3-4DF76EF3A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99730"/>
            <a:ext cx="429768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61D896D-1EE4-44F9-9A93-9BDA144DED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8414632"/>
              </p:ext>
            </p:extLst>
          </p:nvPr>
        </p:nvGraphicFramePr>
        <p:xfrm>
          <a:off x="5181600" y="568325"/>
          <a:ext cx="6248400" cy="56562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07556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8575C10-8187-4AC4-AD72-C754EAFD2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65429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D668ED-F842-4BFA-87E4-58EF5F45E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59678"/>
            <a:ext cx="3567915" cy="4952492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bg1"/>
                </a:solidFill>
              </a:rPr>
              <a:t>Data Cleaning (2) - Genre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4E776C9-ED67-41B7-B3A3-4DF76EF3A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99730"/>
            <a:ext cx="429768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2D277B-3C6D-4485-B558-DC1574D14A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5652453"/>
              </p:ext>
            </p:extLst>
          </p:nvPr>
        </p:nvGraphicFramePr>
        <p:xfrm>
          <a:off x="5181600" y="568325"/>
          <a:ext cx="6248400" cy="56562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3647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68575C10-8187-4AC4-AD72-C754EAFD2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65429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419447-86D2-4C6E-8A81-F7065287A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59678"/>
            <a:ext cx="3567915" cy="4952492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bg1"/>
                </a:solidFill>
              </a:rPr>
              <a:t>Data Cleaning (3) - Description 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4E776C9-ED67-41B7-B3A3-4DF76EF3A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99730"/>
            <a:ext cx="429768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8" name="Content Placeholder 2">
            <a:extLst>
              <a:ext uri="{FF2B5EF4-FFF2-40B4-BE49-F238E27FC236}">
                <a16:creationId xmlns:a16="http://schemas.microsoft.com/office/drawing/2014/main" id="{7EE809DA-ED5B-47DC-AA6E-7207807BA1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4028500"/>
              </p:ext>
            </p:extLst>
          </p:nvPr>
        </p:nvGraphicFramePr>
        <p:xfrm>
          <a:off x="5181600" y="568325"/>
          <a:ext cx="6248400" cy="56562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4603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3">
            <a:extLst>
              <a:ext uri="{FF2B5EF4-FFF2-40B4-BE49-F238E27FC236}">
                <a16:creationId xmlns:a16="http://schemas.microsoft.com/office/drawing/2014/main" id="{68575C10-8187-4AC4-AD72-C754EAFD2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65429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8995B-A1B4-4B19-A636-050A6BC6B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59678"/>
            <a:ext cx="3567915" cy="4952492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bg1"/>
                </a:solidFill>
              </a:rPr>
              <a:t>Clustering (1) - HDBSCAN</a:t>
            </a:r>
          </a:p>
        </p:txBody>
      </p:sp>
      <p:cxnSp>
        <p:nvCxnSpPr>
          <p:cNvPr id="49" name="Straight Connector 45">
            <a:extLst>
              <a:ext uri="{FF2B5EF4-FFF2-40B4-BE49-F238E27FC236}">
                <a16:creationId xmlns:a16="http://schemas.microsoft.com/office/drawing/2014/main" id="{74E776C9-ED67-41B7-B3A3-4DF76EF3A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99730"/>
            <a:ext cx="429768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0" name="Content Placeholder 2">
            <a:extLst>
              <a:ext uri="{FF2B5EF4-FFF2-40B4-BE49-F238E27FC236}">
                <a16:creationId xmlns:a16="http://schemas.microsoft.com/office/drawing/2014/main" id="{AC4C4BDE-A79B-4DC2-A3FA-421FCD578B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9867683"/>
              </p:ext>
            </p:extLst>
          </p:nvPr>
        </p:nvGraphicFramePr>
        <p:xfrm>
          <a:off x="5181601" y="568325"/>
          <a:ext cx="4921188" cy="56562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42458230-8682-4CC4-BA3A-8C43DBDB22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6905" y="2008730"/>
            <a:ext cx="1873188" cy="35718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54D4C3B-F82E-4876-BD71-7A5C3A21B6AD}"/>
              </a:ext>
            </a:extLst>
          </p:cNvPr>
          <p:cNvSpPr txBox="1"/>
          <p:nvPr/>
        </p:nvSpPr>
        <p:spPr>
          <a:xfrm>
            <a:off x="10216905" y="568325"/>
            <a:ext cx="13669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Number of data points in every cluster</a:t>
            </a:r>
          </a:p>
          <a:p>
            <a:endParaRPr lang="en-IN" dirty="0"/>
          </a:p>
        </p:txBody>
      </p:sp>
      <p:sp>
        <p:nvSpPr>
          <p:cNvPr id="42" name="Arrow: Down 41">
            <a:extLst>
              <a:ext uri="{FF2B5EF4-FFF2-40B4-BE49-F238E27FC236}">
                <a16:creationId xmlns:a16="http://schemas.microsoft.com/office/drawing/2014/main" id="{AEDFACA6-92CD-4134-8FAC-D53109B17BF9}"/>
              </a:ext>
            </a:extLst>
          </p:cNvPr>
          <p:cNvSpPr/>
          <p:nvPr/>
        </p:nvSpPr>
        <p:spPr>
          <a:xfrm>
            <a:off x="10474036" y="1754909"/>
            <a:ext cx="156060" cy="25382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309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E2214-D33C-464A-BF49-C0FE09609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667039" cy="1676603"/>
          </a:xfrm>
        </p:spPr>
        <p:txBody>
          <a:bodyPr>
            <a:normAutofit/>
          </a:bodyPr>
          <a:lstStyle/>
          <a:p>
            <a:r>
              <a:rPr lang="en-IN" sz="3600"/>
              <a:t>Clustering (2) – K-Means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2B38F72-8FC4-4001-8C67-FA6B86DE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2"/>
            <a:ext cx="7555992" cy="685799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63AD0EE-3006-477A-8E2A-14034926AE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7994152"/>
              </p:ext>
            </p:extLst>
          </p:nvPr>
        </p:nvGraphicFramePr>
        <p:xfrm>
          <a:off x="648931" y="2438401"/>
          <a:ext cx="3667036" cy="3779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40157AF2-02FA-4BE2-8CE5-859D247EB2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0725" y="219075"/>
            <a:ext cx="5486400" cy="33337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5BEBD1-8FED-44E4-9258-F702976493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3993518"/>
            <a:ext cx="1019175" cy="20669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E31CB27-1874-4381-A22C-29B0E297F08D}"/>
              </a:ext>
            </a:extLst>
          </p:cNvPr>
          <p:cNvSpPr txBox="1"/>
          <p:nvPr/>
        </p:nvSpPr>
        <p:spPr>
          <a:xfrm>
            <a:off x="7901126" y="4638582"/>
            <a:ext cx="3786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Number of data points in every cluster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37D67A9-958D-482E-B47A-D873A14595A9}"/>
              </a:ext>
            </a:extLst>
          </p:cNvPr>
          <p:cNvSpPr/>
          <p:nvPr/>
        </p:nvSpPr>
        <p:spPr>
          <a:xfrm>
            <a:off x="7115175" y="4696287"/>
            <a:ext cx="706052" cy="2539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41421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7" name="Rectangle 146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B19D093C-27FB-4032-B282-42C4563F2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35EE815E-1BD3-4777-B652-6D98825BF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152" name="Freeform 5">
              <a:extLst>
                <a:ext uri="{FF2B5EF4-FFF2-40B4-BE49-F238E27FC236}">
                  <a16:creationId xmlns:a16="http://schemas.microsoft.com/office/drawing/2014/main" id="{E6692982-4A7D-4392-87CD-F0CD4B027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3" name="Freeform 5">
              <a:extLst>
                <a:ext uri="{FF2B5EF4-FFF2-40B4-BE49-F238E27FC236}">
                  <a16:creationId xmlns:a16="http://schemas.microsoft.com/office/drawing/2014/main" id="{196485F7-F277-4123-AC53-98EA4C8587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DD9C8C-EB9A-4D72-9F64-6309D1B10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676" y="1677866"/>
            <a:ext cx="3582073" cy="427970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100" b="1" i="0" kern="1200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Visualization: Word Cloud of movie descriptions from every cluster</a:t>
            </a:r>
            <a:br>
              <a:rPr lang="en-US" sz="4100" b="1" i="0" kern="1200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41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0AA1969F-E41D-4942-8A68-0053C7B160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6653" y="4781550"/>
            <a:ext cx="3259334" cy="194309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>
            <a:extLst>
              <a:ext uri="{FF2B5EF4-FFF2-40B4-BE49-F238E27FC236}">
                <a16:creationId xmlns:a16="http://schemas.microsoft.com/office/drawing/2014/main" id="{47E3E53F-73FE-4957-83D4-B3455114B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0716" y="4781550"/>
            <a:ext cx="3259334" cy="194309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>
            <a:extLst>
              <a:ext uri="{FF2B5EF4-FFF2-40B4-BE49-F238E27FC236}">
                <a16:creationId xmlns:a16="http://schemas.microsoft.com/office/drawing/2014/main" id="{9427EC92-A3A5-41F7-8F3E-C45CFCBBB19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7509" y="190505"/>
            <a:ext cx="2148306" cy="118578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>
            <a:extLst>
              <a:ext uri="{FF2B5EF4-FFF2-40B4-BE49-F238E27FC236}">
                <a16:creationId xmlns:a16="http://schemas.microsoft.com/office/drawing/2014/main" id="{2ACF9431-19D5-4CA7-AC51-6BFB3A5A82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3022" y="190505"/>
            <a:ext cx="2148306" cy="118578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6">
            <a:extLst>
              <a:ext uri="{FF2B5EF4-FFF2-40B4-BE49-F238E27FC236}">
                <a16:creationId xmlns:a16="http://schemas.microsoft.com/office/drawing/2014/main" id="{F194662C-684B-4AA3-A5B8-C5309DFEEC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6947" y="190505"/>
            <a:ext cx="2153116" cy="118578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8">
            <a:extLst>
              <a:ext uri="{FF2B5EF4-FFF2-40B4-BE49-F238E27FC236}">
                <a16:creationId xmlns:a16="http://schemas.microsoft.com/office/drawing/2014/main" id="{F1123A7B-9642-4E28-B3BA-E612D81F9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6653" y="1424230"/>
            <a:ext cx="3259334" cy="163353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0">
            <a:extLst>
              <a:ext uri="{FF2B5EF4-FFF2-40B4-BE49-F238E27FC236}">
                <a16:creationId xmlns:a16="http://schemas.microsoft.com/office/drawing/2014/main" id="{5ECD82E0-9BAB-4CEF-B38F-66E4B4EC7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0716" y="1424230"/>
            <a:ext cx="3259334" cy="163353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18">
            <a:extLst>
              <a:ext uri="{FF2B5EF4-FFF2-40B4-BE49-F238E27FC236}">
                <a16:creationId xmlns:a16="http://schemas.microsoft.com/office/drawing/2014/main" id="{51CA1AC1-FB26-443B-BC4B-6FD5A44390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6652" y="3224498"/>
            <a:ext cx="2156323" cy="14700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10">
            <a:extLst>
              <a:ext uri="{FF2B5EF4-FFF2-40B4-BE49-F238E27FC236}">
                <a16:creationId xmlns:a16="http://schemas.microsoft.com/office/drawing/2014/main" id="{1B3C652B-B146-48FE-9D21-018326A2E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103" y="3224498"/>
            <a:ext cx="2135480" cy="14700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2">
            <a:extLst>
              <a:ext uri="{FF2B5EF4-FFF2-40B4-BE49-F238E27FC236}">
                <a16:creationId xmlns:a16="http://schemas.microsoft.com/office/drawing/2014/main" id="{EA79FCC0-F683-4435-BA8C-A079D72D8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1328" y="3224498"/>
            <a:ext cx="2157925" cy="14700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7145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8575C10-8187-4AC4-AD72-C754EAFD2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65429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D6EEED-C2AA-4D6E-AD15-8C6C93CC0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59678"/>
            <a:ext cx="3567915" cy="4952492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bg1"/>
                </a:solidFill>
              </a:rPr>
              <a:t>Breakdown of Word Cloud Visualizations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4E776C9-ED67-41B7-B3A3-4DF76EF3A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99730"/>
            <a:ext cx="429768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D62A0EC-1AFC-4D0B-B09E-43C59D03A3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8578554"/>
              </p:ext>
            </p:extLst>
          </p:nvPr>
        </p:nvGraphicFramePr>
        <p:xfrm>
          <a:off x="5181600" y="1003402"/>
          <a:ext cx="6248401" cy="4368151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958258">
                  <a:extLst>
                    <a:ext uri="{9D8B030D-6E8A-4147-A177-3AD203B41FA5}">
                      <a16:colId xmlns:a16="http://schemas.microsoft.com/office/drawing/2014/main" val="1440402955"/>
                    </a:ext>
                  </a:extLst>
                </a:gridCol>
                <a:gridCol w="3461342">
                  <a:extLst>
                    <a:ext uri="{9D8B030D-6E8A-4147-A177-3AD203B41FA5}">
                      <a16:colId xmlns:a16="http://schemas.microsoft.com/office/drawing/2014/main" val="3776200805"/>
                    </a:ext>
                  </a:extLst>
                </a:gridCol>
                <a:gridCol w="1828801">
                  <a:extLst>
                    <a:ext uri="{9D8B030D-6E8A-4147-A177-3AD203B41FA5}">
                      <a16:colId xmlns:a16="http://schemas.microsoft.com/office/drawing/2014/main" val="2029379813"/>
                    </a:ext>
                  </a:extLst>
                </a:gridCol>
              </a:tblGrid>
              <a:tr h="459008"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Cluster</a:t>
                      </a:r>
                    </a:p>
                  </a:txBody>
                  <a:tcPr marL="179300" marR="107580" marT="107580" marB="10758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Keywords in Descriptions</a:t>
                      </a:r>
                    </a:p>
                  </a:txBody>
                  <a:tcPr marL="179300" marR="107580" marT="107580" marB="10758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Story type identified</a:t>
                      </a:r>
                    </a:p>
                  </a:txBody>
                  <a:tcPr marL="179300" marR="107580" marT="107580" marB="10758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942265"/>
                  </a:ext>
                </a:extLst>
              </a:tr>
              <a:tr h="382507"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</a:t>
                      </a:r>
                    </a:p>
                  </a:txBody>
                  <a:tcPr marL="179300" marR="93236" marT="93236" marB="932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Romance, Love, Life, Marry, Couple</a:t>
                      </a:r>
                      <a:endParaRPr lang="en-IN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79300" marR="93236" marT="93236" marB="932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b="0" i="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ROMANTIC STORIES</a:t>
                      </a:r>
                      <a:endParaRPr lang="en-IN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79300" marR="93236" marT="93236" marB="932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439599"/>
                  </a:ext>
                </a:extLst>
              </a:tr>
              <a:tr h="410011"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</a:t>
                      </a:r>
                    </a:p>
                  </a:txBody>
                  <a:tcPr marL="179300" marR="93236" marT="93236" marB="932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Documentary, Interview, True Story, History, Biopic</a:t>
                      </a:r>
                      <a:endParaRPr lang="en-IN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79300" marR="93236" marT="93236" marB="932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b="0" i="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 LIFE EVENTS</a:t>
                      </a:r>
                      <a:endParaRPr lang="en-IN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79300" marR="93236" marT="93236" marB="932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504222"/>
                  </a:ext>
                </a:extLst>
              </a:tr>
              <a:tr h="382507"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</a:t>
                      </a:r>
                    </a:p>
                  </a:txBody>
                  <a:tcPr marL="179300" marR="93236" marT="93236" marB="932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Family, Wife, Father, Son, Daughter, Brother</a:t>
                      </a:r>
                      <a:endParaRPr lang="en-IN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79300" marR="93236" marT="93236" marB="932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b="0" i="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FAMILY STORIES</a:t>
                      </a:r>
                      <a:endParaRPr lang="en-IN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79300" marR="93236" marT="93236" marB="932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266327"/>
                  </a:ext>
                </a:extLst>
              </a:tr>
              <a:tr h="382507"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</a:t>
                      </a:r>
                    </a:p>
                  </a:txBody>
                  <a:tcPr marL="179300" marR="93236" marT="93236" marB="932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b="0" i="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Prison, Heist, Cop, Crime, Revenge</a:t>
                      </a:r>
                      <a:endParaRPr lang="en-IN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79300" marR="93236" marT="93236" marB="932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b="0" i="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POLICE STORIES</a:t>
                      </a:r>
                      <a:endParaRPr lang="en-IN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79300" marR="93236" marT="93236" marB="932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327028"/>
                  </a:ext>
                </a:extLst>
              </a:tr>
              <a:tr h="397961"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</a:t>
                      </a:r>
                    </a:p>
                  </a:txBody>
                  <a:tcPr marL="179300" marR="93236" marT="93236" marB="932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Relationship, Together, Husband, Wedding, Girlfriend</a:t>
                      </a:r>
                      <a:endParaRPr lang="en-IN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79300" marR="93236" marT="93236" marB="932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b="0" i="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BONDING STORIES</a:t>
                      </a:r>
                      <a:endParaRPr lang="en-IN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79300" marR="93236" marT="93236" marB="932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296447"/>
                  </a:ext>
                </a:extLst>
              </a:tr>
              <a:tr h="382507"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</a:t>
                      </a:r>
                    </a:p>
                  </a:txBody>
                  <a:tcPr marL="179300" marR="93236" marT="93236" marB="932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Teen, Student, High School, Friend, Young</a:t>
                      </a:r>
                      <a:endParaRPr lang="en-IN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79300" marR="93236" marT="93236" marB="932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b="0" i="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COLLEGE LIFE STORIES</a:t>
                      </a:r>
                      <a:endParaRPr lang="en-IN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79300" marR="93236" marT="93236" marB="932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464126"/>
                  </a:ext>
                </a:extLst>
              </a:tr>
              <a:tr h="382507"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6</a:t>
                      </a:r>
                    </a:p>
                  </a:txBody>
                  <a:tcPr marL="179300" marR="93236" marT="93236" marB="932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Comedy, Comic, Standup, Comedian, Humor</a:t>
                      </a:r>
                      <a:endParaRPr lang="en-IN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79300" marR="93236" marT="93236" marB="932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b="0" i="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COMEDY STORIES</a:t>
                      </a:r>
                      <a:endParaRPr lang="en-IN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79300" marR="93236" marT="93236" marB="932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54179"/>
                  </a:ext>
                </a:extLst>
              </a:tr>
              <a:tr h="423622"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7</a:t>
                      </a:r>
                    </a:p>
                  </a:txBody>
                  <a:tcPr marL="179300" marR="93236" marT="93236" marB="932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New, World, Adventure, Planet, Discover, Mysterious</a:t>
                      </a:r>
                      <a:endParaRPr lang="en-IN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79300" marR="93236" marT="93236" marB="932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b="0" i="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ADVENTUROUS STORIES</a:t>
                      </a:r>
                      <a:endParaRPr lang="en-IN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79300" marR="93236" marT="93236" marB="932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215740"/>
                  </a:ext>
                </a:extLst>
              </a:tr>
              <a:tr h="382507"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8</a:t>
                      </a:r>
                    </a:p>
                  </a:txBody>
                  <a:tcPr marL="179300" marR="93236" marT="93236" marB="932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Murder, Mystery, Detective, Death, Investigate</a:t>
                      </a:r>
                      <a:endParaRPr lang="en-IN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79300" marR="93236" marT="93236" marB="932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b="0" i="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CRIME STORIES</a:t>
                      </a:r>
                      <a:endParaRPr lang="en-IN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79300" marR="93236" marT="93236" marB="932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613804"/>
                  </a:ext>
                </a:extLst>
              </a:tr>
              <a:tr h="382507">
                <a:tc>
                  <a:txBody>
                    <a:bodyPr/>
                    <a:lstStyle/>
                    <a:p>
                      <a:pPr algn="ctr"/>
                      <a:r>
                        <a:rPr lang="en-IN" sz="1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9</a:t>
                      </a:r>
                    </a:p>
                  </a:txBody>
                  <a:tcPr marL="179300" marR="93236" marT="93236" marB="932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World, travel, Explore, Live, Host, Food</a:t>
                      </a:r>
                      <a:endParaRPr lang="en-IN" sz="1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79300" marR="93236" marT="93236" marB="932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b="0" i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TRAVEL STORIES</a:t>
                      </a:r>
                      <a:endParaRPr lang="en-IN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179300" marR="93236" marT="93236" marB="9323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2479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9867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2F09B-71D3-4C2A-89B4-CB333C089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/>
              <a:t>Classification – TensorFlow Model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CB89EDA-0301-45CF-A94C-E7216F895E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784658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64275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9D093C-27FB-4032-B282-42C4563F2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D924FE-1949-4C1F-A326-4630C442D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290" y="1780661"/>
            <a:ext cx="3582073" cy="14634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Model Architecture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5EE815E-1BD3-4777-B652-6D98825BF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29" name="Freeform 5">
              <a:extLst>
                <a:ext uri="{FF2B5EF4-FFF2-40B4-BE49-F238E27FC236}">
                  <a16:creationId xmlns:a16="http://schemas.microsoft.com/office/drawing/2014/main" id="{E6692982-4A7D-4392-87CD-F0CD4B027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5">
              <a:extLst>
                <a:ext uri="{FF2B5EF4-FFF2-40B4-BE49-F238E27FC236}">
                  <a16:creationId xmlns:a16="http://schemas.microsoft.com/office/drawing/2014/main" id="{196485F7-F277-4123-AC53-98EA4C8587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2DCBC92-8F39-4584-A464-C75FDBF9A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6652" y="4497547"/>
            <a:ext cx="6642532" cy="140795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dirty="0"/>
              <a:t>Model has been trained for 50 epochs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CB7DE5-B033-42FD-AA77-C99BBC0B7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652" y="1978382"/>
            <a:ext cx="6642532" cy="232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877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19D093C-27FB-4032-B282-42C4563F2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C7C7B-2C73-4394-9EFB-48342BE1B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290" y="1780661"/>
            <a:ext cx="3582073" cy="1463472"/>
          </a:xfrm>
        </p:spPr>
        <p:txBody>
          <a:bodyPr anchor="t">
            <a:normAutofit/>
          </a:bodyPr>
          <a:lstStyle/>
          <a:p>
            <a:r>
              <a:rPr lang="en-IN" sz="4800">
                <a:solidFill>
                  <a:schemeClr val="bg1"/>
                </a:solidFill>
              </a:rPr>
              <a:t>Results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35EE815E-1BD3-4777-B652-6D98825BF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76" name="Freeform 5">
              <a:extLst>
                <a:ext uri="{FF2B5EF4-FFF2-40B4-BE49-F238E27FC236}">
                  <a16:creationId xmlns:a16="http://schemas.microsoft.com/office/drawing/2014/main" id="{E6692982-4A7D-4392-87CD-F0CD4B027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5">
              <a:extLst>
                <a:ext uri="{FF2B5EF4-FFF2-40B4-BE49-F238E27FC236}">
                  <a16:creationId xmlns:a16="http://schemas.microsoft.com/office/drawing/2014/main" id="{196485F7-F277-4123-AC53-98EA4C8587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121FE-71E3-4CB5-994B-E5FCB8EF3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289" y="3383121"/>
            <a:ext cx="3706713" cy="2856231"/>
          </a:xfrm>
        </p:spPr>
        <p:txBody>
          <a:bodyPr anchor="t">
            <a:normAutofit/>
          </a:bodyPr>
          <a:lstStyle/>
          <a:p>
            <a:r>
              <a:rPr lang="en-IN" sz="2000">
                <a:solidFill>
                  <a:schemeClr val="bg1"/>
                </a:solidFill>
              </a:rPr>
              <a:t>Decent results on both Train – Test Split 80-20 and 5 fold cross validation</a:t>
            </a:r>
          </a:p>
          <a:p>
            <a:endParaRPr lang="en-IN" sz="2000">
              <a:solidFill>
                <a:schemeClr val="bg1"/>
              </a:solidFill>
            </a:endParaRPr>
          </a:p>
          <a:p>
            <a:r>
              <a:rPr lang="en-IN" sz="2000">
                <a:solidFill>
                  <a:schemeClr val="bg1"/>
                </a:solidFill>
              </a:rPr>
              <a:t>Accuracy of close to 90%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BC2C50A-B378-4C91-804F-AE90B1A5E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59520" y="94105"/>
            <a:ext cx="4487300" cy="376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E43587FC-1FAE-41BE-8576-6C0B553B91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374" y="3857742"/>
            <a:ext cx="3733800" cy="264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43044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9D093C-27FB-4032-B282-42C4563F2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5EE815E-1BD3-4777-B652-6D98825BF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E6692982-4A7D-4392-87CD-F0CD4B027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196485F7-F277-4123-AC53-98EA4C8587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6A8287C-8375-44D9-A6F5-40E4544DD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290" y="1166932"/>
            <a:ext cx="3582073" cy="4279709"/>
          </a:xfrm>
        </p:spPr>
        <p:txBody>
          <a:bodyPr anchor="ctr">
            <a:normAutofit/>
          </a:bodyPr>
          <a:lstStyle/>
          <a:p>
            <a:r>
              <a:rPr lang="en-IN" sz="4800" dirty="0">
                <a:solidFill>
                  <a:schemeClr val="bg1"/>
                </a:solidFill>
              </a:rPr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A286C-6AF9-45E7-8C3B-3E26E96C2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3363" y="443033"/>
            <a:ext cx="7224811" cy="5691067"/>
          </a:xfrm>
        </p:spPr>
        <p:txBody>
          <a:bodyPr anchor="ctr">
            <a:normAutofit/>
          </a:bodyPr>
          <a:lstStyle/>
          <a:p>
            <a:r>
              <a:rPr lang="en-US" sz="1800" b="0" i="0" dirty="0">
                <a:effectLst/>
              </a:rPr>
              <a:t>This data can be combined with user specific data to build a profile for every user</a:t>
            </a:r>
          </a:p>
          <a:p>
            <a:pPr marL="0" indent="0">
              <a:buNone/>
            </a:pPr>
            <a:endParaRPr lang="en-US" sz="1800" b="0" i="0" dirty="0">
              <a:effectLst/>
            </a:endParaRPr>
          </a:p>
          <a:p>
            <a:r>
              <a:rPr lang="en-US" sz="1800" dirty="0"/>
              <a:t>A</a:t>
            </a:r>
            <a:r>
              <a:rPr lang="en-US" sz="1800" b="0" i="0" dirty="0">
                <a:effectLst/>
              </a:rPr>
              <a:t>ppropriate targeted recommendations can be made on such findings</a:t>
            </a:r>
          </a:p>
          <a:p>
            <a:endParaRPr lang="en-US" sz="1800" dirty="0"/>
          </a:p>
          <a:p>
            <a:r>
              <a:rPr lang="en-US" sz="1800" dirty="0"/>
              <a:t>Key takeaways</a:t>
            </a:r>
          </a:p>
          <a:p>
            <a:pPr lvl="1"/>
            <a:r>
              <a:rPr lang="en-US" sz="1800" b="0" i="0" dirty="0">
                <a:effectLst/>
              </a:rPr>
              <a:t>Using BERT contextual sentence embeddings, machine learning algorithms can understand the meaning of sentences when represented in numeric format</a:t>
            </a:r>
          </a:p>
          <a:p>
            <a:pPr lvl="1"/>
            <a:endParaRPr lang="en-US" sz="1800" dirty="0"/>
          </a:p>
          <a:p>
            <a:pPr lvl="1"/>
            <a:r>
              <a:rPr lang="en-US" sz="1800" dirty="0"/>
              <a:t>S</a:t>
            </a:r>
            <a:r>
              <a:rPr lang="en-US" sz="1800" b="0" i="0" dirty="0">
                <a:effectLst/>
              </a:rPr>
              <a:t>imilar movies can be grouped together by using these embeddings along with other features such as Rating and Genre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552486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29A0E-288B-4606-B20C-3A92BE897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4614" y="1783959"/>
            <a:ext cx="4537996" cy="288911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Thank You</a:t>
            </a:r>
            <a:br>
              <a:rPr lang="en-US" sz="5400" dirty="0"/>
            </a:br>
            <a:br>
              <a:rPr lang="en-US" sz="5400" dirty="0"/>
            </a:br>
            <a:r>
              <a:rPr lang="en-US" sz="5400" dirty="0"/>
              <a:t>Any Questions?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Magnifying glass on clear background">
            <a:extLst>
              <a:ext uri="{FF2B5EF4-FFF2-40B4-BE49-F238E27FC236}">
                <a16:creationId xmlns:a16="http://schemas.microsoft.com/office/drawing/2014/main" id="{351278CA-C094-4171-95CC-6709A4B52E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935" r="2655" b="-1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712644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746</Words>
  <Application>Microsoft Office PowerPoint</Application>
  <PresentationFormat>Widescreen</PresentationFormat>
  <Paragraphs>131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Netflix Movies and TV shows dataset  Clustering and Classification Modelling</vt:lpstr>
      <vt:lpstr>Idea and Purpose</vt:lpstr>
      <vt:lpstr>Data - Netflix Movies and TV shows dataset</vt:lpstr>
      <vt:lpstr>Methodology</vt:lpstr>
      <vt:lpstr>Identifying important features </vt:lpstr>
      <vt:lpstr>Data Cleaning (1) - Rating</vt:lpstr>
      <vt:lpstr>Data Cleaning (2) - Genre</vt:lpstr>
      <vt:lpstr>Data Cleaning (3) - Description </vt:lpstr>
      <vt:lpstr>Clustering (1) - HDBSCAN</vt:lpstr>
      <vt:lpstr>Clustering (2) – K-Means</vt:lpstr>
      <vt:lpstr>Visualization: Word Cloud of movie descriptions from every cluster </vt:lpstr>
      <vt:lpstr>Breakdown of Word Cloud Visualizations</vt:lpstr>
      <vt:lpstr>Classification – TensorFlow Model</vt:lpstr>
      <vt:lpstr>Model Architecture</vt:lpstr>
      <vt:lpstr>Results</vt:lpstr>
      <vt:lpstr>Future Work</vt:lpstr>
      <vt:lpstr>Thank You  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Model Clustering and Classification Modelling</dc:title>
  <dc:creator>Eranki, Varun</dc:creator>
  <cp:lastModifiedBy>Eranki, Varun</cp:lastModifiedBy>
  <cp:revision>13</cp:revision>
  <dcterms:created xsi:type="dcterms:W3CDTF">2021-05-02T23:56:52Z</dcterms:created>
  <dcterms:modified xsi:type="dcterms:W3CDTF">2021-05-03T01:57:00Z</dcterms:modified>
</cp:coreProperties>
</file>